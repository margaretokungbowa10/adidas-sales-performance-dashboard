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.xml" ContentType="application/vnd.openxmlformats-officedocument.themeOverr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4" r:id="rId1"/>
  </p:sldMasterIdLst>
  <p:notesMasterIdLst>
    <p:notesMasterId r:id="rId15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720" y="2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ga\AppData\Local\Microsoft\Olk\Attachments\ooa-5a67d5e3-992a-4fe6-b879-2274f2e189f0\27c96a01bb3ab18a78f30120efb12c99e5a5cd733c5ca10e151239252d2d5b35\Beginner_capstone_dataset%202%20-%20Copy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1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53DC68C7CFE4D77/Documents/Beginner_capstone_datase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rga\AppData\Local\Microsoft\Olk\Attachments\ooa-5a67d5e3-992a-4fe6-b879-2274f2e189f0\fa012a31d7933e7a61c278dd5de88f1a3b9fcf7a6b404f5506d6dd773231a167\Beginner_capstone_dataset_Project%20work_Tria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[Beginner_capstone_dataset.xlsx]KBQ-1!PivotTable1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 sz="1600" b="1" i="0" u="none" strike="noStrike" baseline="0"/>
              <a:t>Top-performing Adidas product categories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248351464900809"/>
          <c:y val="0.19226851851851851"/>
          <c:w val="0.6208335883809577"/>
          <c:h val="0.607878025663458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'KBQ-1'!$B$3</c:f>
              <c:strCache>
                <c:ptCount val="1"/>
                <c:pt idx="0">
                  <c:v>Total_Sales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'KBQ-1'!$A$4:$A$10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'KBQ-1'!$B$4:$B$10</c:f>
              <c:numCache>
                <c:formatCode>"$"#,##0_);[Red]\("$"#,##0\)</c:formatCode>
                <c:ptCount val="6"/>
                <c:pt idx="0">
                  <c:v>123728632</c:v>
                </c:pt>
                <c:pt idx="1">
                  <c:v>153673680</c:v>
                </c:pt>
                <c:pt idx="2">
                  <c:v>208826244</c:v>
                </c:pt>
                <c:pt idx="3">
                  <c:v>179038860</c:v>
                </c:pt>
                <c:pt idx="4">
                  <c:v>106631896</c:v>
                </c:pt>
                <c:pt idx="5">
                  <c:v>128002813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25-41DB-9BA6-123F619DE7A2}"/>
            </c:ext>
          </c:extLst>
        </c:ser>
        <c:ser>
          <c:idx val="1"/>
          <c:order val="1"/>
          <c:tx>
            <c:strRef>
              <c:f>'KBQ-1'!$C$3</c:f>
              <c:strCache>
                <c:ptCount val="1"/>
                <c:pt idx="0">
                  <c:v> Operating Profit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'KBQ-1'!$A$4:$A$10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'KBQ-1'!$C$4:$C$10</c:f>
              <c:numCache>
                <c:formatCode>"$"#,##0_);[Red]\("$"#,##0\)</c:formatCode>
                <c:ptCount val="6"/>
                <c:pt idx="0">
                  <c:v>44763030.330000028</c:v>
                </c:pt>
                <c:pt idx="1">
                  <c:v>51846888.190000139</c:v>
                </c:pt>
                <c:pt idx="2">
                  <c:v>82802260.619999707</c:v>
                </c:pt>
                <c:pt idx="3">
                  <c:v>68650970.560000017</c:v>
                </c:pt>
                <c:pt idx="4">
                  <c:v>38975784.93999999</c:v>
                </c:pt>
                <c:pt idx="5">
                  <c:v>45095826.810000047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25-41DB-9BA6-123F619DE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29323824"/>
        <c:axId val="1229324304"/>
      </c:barChart>
      <c:catAx>
        <c:axId val="122932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324304"/>
        <c:crosses val="autoZero"/>
        <c:auto val="1"/>
        <c:lblAlgn val="ctr"/>
        <c:lblOffset val="100"/>
        <c:noMultiLvlLbl val="0"/>
      </c:catAx>
      <c:valAx>
        <c:axId val="122932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323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[Beginner_capstone_dataset.xlsx]KBQ-2!PivotTable1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baseline="0"/>
              <a:t>Regional Sales Performance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198394913267777"/>
          <c:y val="0.13426822232559837"/>
          <c:w val="0.66122494401401199"/>
          <c:h val="0.781752533475627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'KBQ-2'!$B$3</c:f>
              <c:strCache>
                <c:ptCount val="1"/>
                <c:pt idx="0">
                  <c:v>Operating-Profit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'KBQ-2'!$A$4:$A$9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Southeast</c:v>
                </c:pt>
                <c:pt idx="4">
                  <c:v>West</c:v>
                </c:pt>
              </c:strCache>
            </c:strRef>
          </c:cat>
          <c:val>
            <c:numRef>
              <c:f>'KBQ-2'!$B$4:$B$9</c:f>
              <c:numCache>
                <c:formatCode>"$"#,##0_);[Red]\("$"#,##0\)</c:formatCode>
                <c:ptCount val="5"/>
                <c:pt idx="0">
                  <c:v>52811346.480000101</c:v>
                </c:pt>
                <c:pt idx="1">
                  <c:v>68020587.650000006</c:v>
                </c:pt>
                <c:pt idx="2">
                  <c:v>61138004.070000023</c:v>
                </c:pt>
                <c:pt idx="3">
                  <c:v>60555416.699999973</c:v>
                </c:pt>
                <c:pt idx="4">
                  <c:v>89609406.550000042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58-48B0-B956-837BA500F192}"/>
            </c:ext>
          </c:extLst>
        </c:ser>
        <c:ser>
          <c:idx val="1"/>
          <c:order val="1"/>
          <c:tx>
            <c:strRef>
              <c:f>'KBQ-2'!$C$3</c:f>
              <c:strCache>
                <c:ptCount val="1"/>
                <c:pt idx="0">
                  <c:v> Total-Sales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'KBQ-2'!$A$4:$A$9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Southeast</c:v>
                </c:pt>
                <c:pt idx="4">
                  <c:v>West</c:v>
                </c:pt>
              </c:strCache>
            </c:strRef>
          </c:cat>
          <c:val>
            <c:numRef>
              <c:f>'KBQ-2'!$C$4:$C$9</c:f>
              <c:numCache>
                <c:formatCode>"$"#,##0_);[Red]\("$"#,##0\)</c:formatCode>
                <c:ptCount val="5"/>
                <c:pt idx="0">
                  <c:v>135800459</c:v>
                </c:pt>
                <c:pt idx="1">
                  <c:v>186324067</c:v>
                </c:pt>
                <c:pt idx="2">
                  <c:v>144663181</c:v>
                </c:pt>
                <c:pt idx="3">
                  <c:v>163171236</c:v>
                </c:pt>
                <c:pt idx="4">
                  <c:v>269943182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58-48B0-B956-837BA500F19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58355087"/>
        <c:axId val="1558347887"/>
      </c:barChart>
      <c:catAx>
        <c:axId val="15583550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347887"/>
        <c:crosses val="autoZero"/>
        <c:auto val="1"/>
        <c:lblAlgn val="ctr"/>
        <c:lblOffset val="100"/>
        <c:noMultiLvlLbl val="0"/>
      </c:catAx>
      <c:valAx>
        <c:axId val="15583478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355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[Beginner_capstone_dataset.xlsx]KBQ-2!PivotTable2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Performing State in the west region</a:t>
            </a:r>
            <a:endParaRPr lang="en-US"/>
          </a:p>
        </c:rich>
      </c:tx>
      <c:layout>
        <c:manualLayout>
          <c:xMode val="edge"/>
          <c:yMode val="edge"/>
          <c:x val="0.2356388888888889"/>
          <c:y val="5.75606051212102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'KBQ-2'!$B$22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77C-4290-A177-3E5EE0B32E1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77C-4290-A177-3E5EE0B32E1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77C-4290-A177-3E5EE0B32E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'KBQ-2'!$A$23:$A$31</c:f>
              <c:multiLvlStrCache>
                <c:ptCount val="3"/>
                <c:lvl>
                  <c:pt idx="0">
                    <c:v>West</c:v>
                  </c:pt>
                  <c:pt idx="1">
                    <c:v>West</c:v>
                  </c:pt>
                  <c:pt idx="2">
                    <c:v>West</c:v>
                  </c:pt>
                </c:lvl>
                <c:lvl>
                  <c:pt idx="0">
                    <c:v>Los Angeles</c:v>
                  </c:pt>
                  <c:pt idx="1">
                    <c:v>San Francisco</c:v>
                  </c:pt>
                  <c:pt idx="2">
                    <c:v>Seattle</c:v>
                  </c:pt>
                </c:lvl>
                <c:lvl>
                  <c:pt idx="0">
                    <c:v>California</c:v>
                  </c:pt>
                  <c:pt idx="2">
                    <c:v>Washington</c:v>
                  </c:pt>
                </c:lvl>
              </c:multiLvlStrCache>
            </c:multiLvlStrRef>
          </c:cat>
          <c:val>
            <c:numRef>
              <c:f>'KBQ-2'!$B$23:$B$31</c:f>
              <c:numCache>
                <c:formatCode>"$"#,##0_);[Red]\("$"#,##0\)</c:formatCode>
                <c:ptCount val="3"/>
                <c:pt idx="0">
                  <c:v>25634913</c:v>
                </c:pt>
                <c:pt idx="1">
                  <c:v>34539220</c:v>
                </c:pt>
                <c:pt idx="2">
                  <c:v>26330718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7C-4290-A177-3E5EE0B32E1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 2 - Copy.xlsx]Sheet1!PivotTable1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GB"/>
              <a:t>Sales</a:t>
            </a:r>
            <a:r>
              <a:rPr lang="en-GB" baseline="0"/>
              <a:t> Trend Overtime </a:t>
            </a:r>
            <a:endParaRPr lang="en-GB"/>
          </a:p>
        </c:rich>
      </c:tx>
      <c:overlay val="0"/>
    </c:title>
    <c:autoTitleDeleted val="0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117615964437222"/>
          <c:y val="0.11813109519300299"/>
          <c:w val="0.83353409445149851"/>
          <c:h val="0.646449172616953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marker>
            <c:symbol val="none"/>
          </c:marker>
          <c:cat>
            <c:multiLvlStrRef>
              <c:f>Sheet1!$A$4:$A$32</c:f>
              <c:multiLvlStrCache>
                <c:ptCount val="20"/>
                <c:lvl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  <c:pt idx="11">
                    <c:v>Apr</c:v>
                  </c:pt>
                  <c:pt idx="12">
                    <c:v>May</c:v>
                  </c:pt>
                  <c:pt idx="13">
                    <c:v>Jun</c:v>
                  </c:pt>
                  <c:pt idx="14">
                    <c:v>Jul</c:v>
                  </c:pt>
                  <c:pt idx="15">
                    <c:v>Aug</c:v>
                  </c:pt>
                  <c:pt idx="16">
                    <c:v>Sep</c:v>
                  </c:pt>
                  <c:pt idx="17">
                    <c:v>Oct</c:v>
                  </c:pt>
                  <c:pt idx="18">
                    <c:v>Nov</c:v>
                  </c:pt>
                  <c:pt idx="19">
                    <c:v>Dec</c:v>
                  </c:pt>
                </c:lvl>
                <c:lvl>
                  <c:pt idx="0">
                    <c:v>Qtr1</c:v>
                  </c:pt>
                  <c:pt idx="1">
                    <c:v>Qtr2</c:v>
                  </c:pt>
                  <c:pt idx="4">
                    <c:v>Qtr3</c:v>
                  </c:pt>
                  <c:pt idx="7">
                    <c:v>Qtr4</c:v>
                  </c:pt>
                  <c:pt idx="10">
                    <c:v>Qtr1</c:v>
                  </c:pt>
                  <c:pt idx="11">
                    <c:v>Qtr2</c:v>
                  </c:pt>
                  <c:pt idx="14">
                    <c:v>Qtr3</c:v>
                  </c:pt>
                  <c:pt idx="17">
                    <c:v>Qtr4</c:v>
                  </c:pt>
                </c:lvl>
                <c:lvl>
                  <c:pt idx="0">
                    <c:v>2020</c:v>
                  </c:pt>
                  <c:pt idx="10">
                    <c:v>2021</c:v>
                  </c:pt>
                </c:lvl>
              </c:multiLvlStrCache>
            </c:multiLvlStrRef>
          </c:cat>
          <c:val>
            <c:numRef>
              <c:f>Sheet1!$B$4:$B$32</c:f>
              <c:numCache>
                <c:formatCode>General</c:formatCode>
                <c:ptCount val="20"/>
                <c:pt idx="0">
                  <c:v>48912311</c:v>
                </c:pt>
                <c:pt idx="1">
                  <c:v>24607006</c:v>
                </c:pt>
                <c:pt idx="2">
                  <c:v>16918014</c:v>
                </c:pt>
                <c:pt idx="3">
                  <c:v>8829819</c:v>
                </c:pt>
                <c:pt idx="4">
                  <c:v>17146013</c:v>
                </c:pt>
                <c:pt idx="5">
                  <c:v>19877980</c:v>
                </c:pt>
                <c:pt idx="6">
                  <c:v>18304436</c:v>
                </c:pt>
                <c:pt idx="7">
                  <c:v>10836269</c:v>
                </c:pt>
                <c:pt idx="8">
                  <c:v>8622300</c:v>
                </c:pt>
                <c:pt idx="9">
                  <c:v>8026527</c:v>
                </c:pt>
                <c:pt idx="10">
                  <c:v>140476093</c:v>
                </c:pt>
                <c:pt idx="11">
                  <c:v>47732964</c:v>
                </c:pt>
                <c:pt idx="12">
                  <c:v>63589681</c:v>
                </c:pt>
                <c:pt idx="13">
                  <c:v>65917553</c:v>
                </c:pt>
                <c:pt idx="14">
                  <c:v>78334681</c:v>
                </c:pt>
                <c:pt idx="15">
                  <c:v>72288221</c:v>
                </c:pt>
                <c:pt idx="16">
                  <c:v>59357023</c:v>
                </c:pt>
                <c:pt idx="17">
                  <c:v>53074764</c:v>
                </c:pt>
                <c:pt idx="18">
                  <c:v>59235040</c:v>
                </c:pt>
                <c:pt idx="19">
                  <c:v>77815430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0D-4E85-A1E9-01C4D4B00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338944"/>
        <c:axId val="82340480"/>
      </c:lineChart>
      <c:catAx>
        <c:axId val="82338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2340480"/>
        <c:crosses val="autoZero"/>
        <c:auto val="1"/>
        <c:lblAlgn val="ctr"/>
        <c:lblOffset val="100"/>
        <c:noMultiLvlLbl val="0"/>
      </c:catAx>
      <c:valAx>
        <c:axId val="82340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233894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[Beginner_capstone_dataset.xlsx]Sheet1!PivotTable1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Sales</a:t>
            </a:r>
            <a:r>
              <a:rPr lang="en-GB" baseline="0"/>
              <a:t> trend overtime across product categories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Sheet1!$A$4:$A$62</c:f>
              <c:multiLvlStrCache>
                <c:ptCount val="48"/>
                <c:lvl>
                  <c:pt idx="0">
                    <c:v>Men's Apparel</c:v>
                  </c:pt>
                  <c:pt idx="1">
                    <c:v>Men's Athletic Footwear</c:v>
                  </c:pt>
                  <c:pt idx="2">
                    <c:v>Men's Street Footwear</c:v>
                  </c:pt>
                  <c:pt idx="3">
                    <c:v>Women's Apparel</c:v>
                  </c:pt>
                  <c:pt idx="4">
                    <c:v>Women's Athletic Footwear</c:v>
                  </c:pt>
                  <c:pt idx="5">
                    <c:v>Women's Street Footwear</c:v>
                  </c:pt>
                  <c:pt idx="6">
                    <c:v>Men's Apparel</c:v>
                  </c:pt>
                  <c:pt idx="7">
                    <c:v>Men's Athletic Footwear</c:v>
                  </c:pt>
                  <c:pt idx="8">
                    <c:v>Men's Street Footwear</c:v>
                  </c:pt>
                  <c:pt idx="9">
                    <c:v>Women's Apparel</c:v>
                  </c:pt>
                  <c:pt idx="10">
                    <c:v>Women's Athletic Footwear</c:v>
                  </c:pt>
                  <c:pt idx="11">
                    <c:v>Women's Street Footwear</c:v>
                  </c:pt>
                  <c:pt idx="12">
                    <c:v>Men's Apparel</c:v>
                  </c:pt>
                  <c:pt idx="13">
                    <c:v>Men's Athletic Footwear</c:v>
                  </c:pt>
                  <c:pt idx="14">
                    <c:v>Men's Street Footwear</c:v>
                  </c:pt>
                  <c:pt idx="15">
                    <c:v>Women's Apparel</c:v>
                  </c:pt>
                  <c:pt idx="16">
                    <c:v>Women's Athletic Footwear</c:v>
                  </c:pt>
                  <c:pt idx="17">
                    <c:v>Women's Street Footwear</c:v>
                  </c:pt>
                  <c:pt idx="18">
                    <c:v>Men's Apparel</c:v>
                  </c:pt>
                  <c:pt idx="19">
                    <c:v>Men's Athletic Footwear</c:v>
                  </c:pt>
                  <c:pt idx="20">
                    <c:v>Men's Street Footwear</c:v>
                  </c:pt>
                  <c:pt idx="21">
                    <c:v>Women's Apparel</c:v>
                  </c:pt>
                  <c:pt idx="22">
                    <c:v>Women's Athletic Footwear</c:v>
                  </c:pt>
                  <c:pt idx="23">
                    <c:v>Women's Street Footwear</c:v>
                  </c:pt>
                  <c:pt idx="24">
                    <c:v>Men's Apparel</c:v>
                  </c:pt>
                  <c:pt idx="25">
                    <c:v>Men's Athletic Footwear</c:v>
                  </c:pt>
                  <c:pt idx="26">
                    <c:v>Men's Street Footwear</c:v>
                  </c:pt>
                  <c:pt idx="27">
                    <c:v>Women's Apparel</c:v>
                  </c:pt>
                  <c:pt idx="28">
                    <c:v>Women's Athletic Footwear</c:v>
                  </c:pt>
                  <c:pt idx="29">
                    <c:v>Women's Street Footwear</c:v>
                  </c:pt>
                  <c:pt idx="30">
                    <c:v>Men's Apparel</c:v>
                  </c:pt>
                  <c:pt idx="31">
                    <c:v>Men's Athletic Footwear</c:v>
                  </c:pt>
                  <c:pt idx="32">
                    <c:v>Men's Street Footwear</c:v>
                  </c:pt>
                  <c:pt idx="33">
                    <c:v>Women's Apparel</c:v>
                  </c:pt>
                  <c:pt idx="34">
                    <c:v>Women's Athletic Footwear</c:v>
                  </c:pt>
                  <c:pt idx="35">
                    <c:v>Women's Street Footwear</c:v>
                  </c:pt>
                  <c:pt idx="36">
                    <c:v>Men's Apparel</c:v>
                  </c:pt>
                  <c:pt idx="37">
                    <c:v>Men's Athletic Footwear</c:v>
                  </c:pt>
                  <c:pt idx="38">
                    <c:v>Men's Street Footwear</c:v>
                  </c:pt>
                  <c:pt idx="39">
                    <c:v>Women's Apparel</c:v>
                  </c:pt>
                  <c:pt idx="40">
                    <c:v>Women's Athletic Footwear</c:v>
                  </c:pt>
                  <c:pt idx="41">
                    <c:v>Women's Street Footwear</c:v>
                  </c:pt>
                  <c:pt idx="42">
                    <c:v>Men's Apparel</c:v>
                  </c:pt>
                  <c:pt idx="43">
                    <c:v>Men's Athletic Footwear</c:v>
                  </c:pt>
                  <c:pt idx="44">
                    <c:v>Men's Street Footwear</c:v>
                  </c:pt>
                  <c:pt idx="45">
                    <c:v>Women's Apparel</c:v>
                  </c:pt>
                  <c:pt idx="46">
                    <c:v>Women's Athletic Footwear</c:v>
                  </c:pt>
                  <c:pt idx="47">
                    <c:v>Women's Street Footwear</c:v>
                  </c:pt>
                </c:lvl>
                <c:lvl>
                  <c:pt idx="0">
                    <c:v>Qtr1</c:v>
                  </c:pt>
                  <c:pt idx="6">
                    <c:v>Qtr2</c:v>
                  </c:pt>
                  <c:pt idx="12">
                    <c:v>Qtr3</c:v>
                  </c:pt>
                  <c:pt idx="18">
                    <c:v>Qtr4</c:v>
                  </c:pt>
                  <c:pt idx="24">
                    <c:v>Qtr1</c:v>
                  </c:pt>
                  <c:pt idx="30">
                    <c:v>Qtr2</c:v>
                  </c:pt>
                  <c:pt idx="36">
                    <c:v>Qtr3</c:v>
                  </c:pt>
                  <c:pt idx="42">
                    <c:v>Qtr4</c:v>
                  </c:pt>
                </c:lvl>
                <c:lvl>
                  <c:pt idx="0">
                    <c:v>2020</c:v>
                  </c:pt>
                  <c:pt idx="24">
                    <c:v>2021</c:v>
                  </c:pt>
                </c:lvl>
              </c:multiLvlStrCache>
            </c:multiLvlStrRef>
          </c:cat>
          <c:val>
            <c:numRef>
              <c:f>Sheet1!$B$4:$B$62</c:f>
              <c:numCache>
                <c:formatCode>"$"#,##0_);[Red]\("$"#,##0\)</c:formatCode>
                <c:ptCount val="48"/>
                <c:pt idx="0">
                  <c:v>6797470</c:v>
                </c:pt>
                <c:pt idx="1">
                  <c:v>8872185</c:v>
                </c:pt>
                <c:pt idx="2">
                  <c:v>10426061</c:v>
                </c:pt>
                <c:pt idx="3">
                  <c:v>8750942</c:v>
                </c:pt>
                <c:pt idx="4">
                  <c:v>6551446</c:v>
                </c:pt>
                <c:pt idx="5">
                  <c:v>7514207</c:v>
                </c:pt>
                <c:pt idx="6">
                  <c:v>7629138</c:v>
                </c:pt>
                <c:pt idx="7">
                  <c:v>8653231.0000000019</c:v>
                </c:pt>
                <c:pt idx="8">
                  <c:v>10443831</c:v>
                </c:pt>
                <c:pt idx="9">
                  <c:v>10111144</c:v>
                </c:pt>
                <c:pt idx="10">
                  <c:v>6242214</c:v>
                </c:pt>
                <c:pt idx="11">
                  <c:v>7275281</c:v>
                </c:pt>
                <c:pt idx="12">
                  <c:v>8184352</c:v>
                </c:pt>
                <c:pt idx="13">
                  <c:v>10036771</c:v>
                </c:pt>
                <c:pt idx="14">
                  <c:v>10589081</c:v>
                </c:pt>
                <c:pt idx="15">
                  <c:v>10876167</c:v>
                </c:pt>
                <c:pt idx="16">
                  <c:v>7321438</c:v>
                </c:pt>
                <c:pt idx="17">
                  <c:v>8320620</c:v>
                </c:pt>
                <c:pt idx="18">
                  <c:v>3606004</c:v>
                </c:pt>
                <c:pt idx="19">
                  <c:v>4232275</c:v>
                </c:pt>
                <c:pt idx="20">
                  <c:v>6364047</c:v>
                </c:pt>
                <c:pt idx="21">
                  <c:v>5452079</c:v>
                </c:pt>
                <c:pt idx="22">
                  <c:v>3514794</c:v>
                </c:pt>
                <c:pt idx="23">
                  <c:v>4315897</c:v>
                </c:pt>
                <c:pt idx="24">
                  <c:v>20261898</c:v>
                </c:pt>
                <c:pt idx="25">
                  <c:v>25034289</c:v>
                </c:pt>
                <c:pt idx="26">
                  <c:v>32642222</c:v>
                </c:pt>
                <c:pt idx="27">
                  <c:v>25297359</c:v>
                </c:pt>
                <c:pt idx="28">
                  <c:v>16128590</c:v>
                </c:pt>
                <c:pt idx="29">
                  <c:v>21111735</c:v>
                </c:pt>
                <c:pt idx="30">
                  <c:v>23219956</c:v>
                </c:pt>
                <c:pt idx="31">
                  <c:v>27418379</c:v>
                </c:pt>
                <c:pt idx="32">
                  <c:v>42237503</c:v>
                </c:pt>
                <c:pt idx="33">
                  <c:v>39378122</c:v>
                </c:pt>
                <c:pt idx="34">
                  <c:v>20051950</c:v>
                </c:pt>
                <c:pt idx="35">
                  <c:v>24934288</c:v>
                </c:pt>
                <c:pt idx="36">
                  <c:v>26947732</c:v>
                </c:pt>
                <c:pt idx="37">
                  <c:v>38539504</c:v>
                </c:pt>
                <c:pt idx="38">
                  <c:v>52137617</c:v>
                </c:pt>
                <c:pt idx="39">
                  <c:v>39581228</c:v>
                </c:pt>
                <c:pt idx="40">
                  <c:v>23157827</c:v>
                </c:pt>
                <c:pt idx="41">
                  <c:v>29616017</c:v>
                </c:pt>
                <c:pt idx="42">
                  <c:v>27082082</c:v>
                </c:pt>
                <c:pt idx="43">
                  <c:v>30887046</c:v>
                </c:pt>
                <c:pt idx="44">
                  <c:v>43985882</c:v>
                </c:pt>
                <c:pt idx="45">
                  <c:v>39591819</c:v>
                </c:pt>
                <c:pt idx="46">
                  <c:v>23663637</c:v>
                </c:pt>
                <c:pt idx="47">
                  <c:v>24914768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56-4C2B-B074-3245766DD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3145919"/>
        <c:axId val="1993152159"/>
      </c:lineChart>
      <c:catAx>
        <c:axId val="1993145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3152159"/>
        <c:crosses val="autoZero"/>
        <c:auto val="1"/>
        <c:lblAlgn val="ctr"/>
        <c:lblOffset val="100"/>
        <c:noMultiLvlLbl val="0"/>
      </c:catAx>
      <c:valAx>
        <c:axId val="199315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3145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[Beginner_capstone_dataset.xlsx]KBQ4!PivotTable4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Top-performing Retail Partners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'KBQ4'!$B$3:$B$5</c:f>
              <c:strCache>
                <c:ptCount val="1"/>
                <c:pt idx="0">
                  <c:v> Operating Profit - 2020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'KBQ4'!$A$6:$A$12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'KBQ4'!$B$6:$B$12</c:f>
              <c:numCache>
                <c:formatCode>"$"#,##0_);[Red]\("$"#,##0\)</c:formatCode>
                <c:ptCount val="6"/>
                <c:pt idx="1">
                  <c:v>15668783.120000022</c:v>
                </c:pt>
                <c:pt idx="2">
                  <c:v>303266.17</c:v>
                </c:pt>
                <c:pt idx="3">
                  <c:v>5789934.0399999991</c:v>
                </c:pt>
                <c:pt idx="4">
                  <c:v>12156539.519999992</c:v>
                </c:pt>
                <c:pt idx="5">
                  <c:v>29457139.730000004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1-4A4F-AA29-D96C47347003}"/>
            </c:ext>
          </c:extLst>
        </c:ser>
        <c:ser>
          <c:idx val="1"/>
          <c:order val="1"/>
          <c:tx>
            <c:strRef>
              <c:f>'KBQ4'!$C$3:$C$5</c:f>
              <c:strCache>
                <c:ptCount val="1"/>
                <c:pt idx="0">
                  <c:v> Operating Profit - 2021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'KBQ4'!$A$6:$A$12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'KBQ4'!$C$6:$C$12</c:f>
              <c:numCache>
                <c:formatCode>"$"#,##0_);[Red]\("$"#,##0\)</c:formatCode>
                <c:ptCount val="6"/>
                <c:pt idx="0">
                  <c:v>28818503.309999976</c:v>
                </c:pt>
                <c:pt idx="1">
                  <c:v>65053341.69000002</c:v>
                </c:pt>
                <c:pt idx="2">
                  <c:v>36507986.410000078</c:v>
                </c:pt>
                <c:pt idx="3">
                  <c:v>68543020.919999972</c:v>
                </c:pt>
                <c:pt idx="4">
                  <c:v>13625513.090000005</c:v>
                </c:pt>
                <c:pt idx="5">
                  <c:v>56210733.45000001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F1-4A4F-AA29-D96C47347003}"/>
            </c:ext>
          </c:extLst>
        </c:ser>
        <c:ser>
          <c:idx val="2"/>
          <c:order val="2"/>
          <c:tx>
            <c:strRef>
              <c:f>'KBQ4'!$D$3:$D$5</c:f>
              <c:strCache>
                <c:ptCount val="1"/>
                <c:pt idx="0">
                  <c:v> Total-Sales - 2020</c:v>
                </c:pt>
              </c:strCache>
            </c:strRef>
          </c:tx>
          <c:spPr>
            <a:solidFill>
              <a:schemeClr val="accent5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'KBQ4'!$A$6:$A$12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'KBQ4'!$D$6:$D$12</c:f>
              <c:numCache>
                <c:formatCode>"$"#,##0_);[Red]\("$"#,##0\)</c:formatCode>
                <c:ptCount val="6"/>
                <c:pt idx="1">
                  <c:v>42876805</c:v>
                </c:pt>
                <c:pt idx="2">
                  <c:v>758503</c:v>
                </c:pt>
                <c:pt idx="3">
                  <c:v>15261101</c:v>
                </c:pt>
                <c:pt idx="4">
                  <c:v>32885000</c:v>
                </c:pt>
                <c:pt idx="5">
                  <c:v>90299266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F1-4A4F-AA29-D96C47347003}"/>
            </c:ext>
          </c:extLst>
        </c:ser>
        <c:ser>
          <c:idx val="3"/>
          <c:order val="3"/>
          <c:tx>
            <c:strRef>
              <c:f>'KBQ4'!$E$3:$E$5</c:f>
              <c:strCache>
                <c:ptCount val="1"/>
                <c:pt idx="0">
                  <c:v> Total-Sales - 2021</c:v>
                </c:pt>
              </c:strCache>
            </c:strRef>
          </c:tx>
          <c:spPr>
            <a:solidFill>
              <a:schemeClr val="accent1">
                <a:lumMod val="60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'KBQ4'!$A$6:$A$12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'KBQ4'!$E$6:$E$12</c:f>
              <c:numCache>
                <c:formatCode>"$"#,##0_);[Red]\("$"#,##0\)</c:formatCode>
                <c:ptCount val="6"/>
                <c:pt idx="0">
                  <c:v>77698912</c:v>
                </c:pt>
                <c:pt idx="1">
                  <c:v>177217915</c:v>
                </c:pt>
                <c:pt idx="2">
                  <c:v>101356250</c:v>
                </c:pt>
                <c:pt idx="3">
                  <c:v>167209896</c:v>
                </c:pt>
                <c:pt idx="4">
                  <c:v>41673410</c:v>
                </c:pt>
                <c:pt idx="5">
                  <c:v>152665067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F1-4A4F-AA29-D96C473470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40640096"/>
        <c:axId val="1240640576"/>
      </c:barChart>
      <c:catAx>
        <c:axId val="124064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640576"/>
        <c:crosses val="autoZero"/>
        <c:auto val="1"/>
        <c:lblAlgn val="ctr"/>
        <c:lblOffset val="100"/>
        <c:noMultiLvlLbl val="0"/>
      </c:catAx>
      <c:valAx>
        <c:axId val="12406405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64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[Beginner_capstone_dataset.xlsx]KBQ4!PivotTable2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Amazon</a:t>
            </a:r>
            <a:r>
              <a:rPr lang="en-GB" baseline="0"/>
              <a:t> consistent Growth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'KBQ4'!$B$22:$B$24</c:f>
              <c:strCache>
                <c:ptCount val="1"/>
                <c:pt idx="0">
                  <c:v> Operating Profit - 2021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'KBQ4'!$A$25:$A$33</c:f>
              <c:multiLvlStrCache>
                <c:ptCount val="4"/>
                <c:lvl>
                  <c:pt idx="0">
                    <c:v>Amazon</c:v>
                  </c:pt>
                  <c:pt idx="1">
                    <c:v>Amazon</c:v>
                  </c:pt>
                  <c:pt idx="2">
                    <c:v>Amazon</c:v>
                  </c:pt>
                  <c:pt idx="3">
                    <c:v>Amazon</c:v>
                  </c:pt>
                </c:lvl>
                <c:lvl>
                  <c:pt idx="0">
                    <c:v>Qtr1</c:v>
                  </c:pt>
                  <c:pt idx="1">
                    <c:v>Qtr2</c:v>
                  </c:pt>
                  <c:pt idx="2">
                    <c:v>Qtr3</c:v>
                  </c:pt>
                  <c:pt idx="3">
                    <c:v>Qtr4</c:v>
                  </c:pt>
                </c:lvl>
              </c:multiLvlStrCache>
            </c:multiLvlStrRef>
          </c:cat>
          <c:val>
            <c:numRef>
              <c:f>'KBQ4'!$B$25:$B$33</c:f>
              <c:numCache>
                <c:formatCode>"$"#,##0_);[Red]\("$"#,##0\)</c:formatCode>
                <c:ptCount val="4"/>
                <c:pt idx="0">
                  <c:v>4767512.58</c:v>
                </c:pt>
                <c:pt idx="1">
                  <c:v>6620920.3000000007</c:v>
                </c:pt>
                <c:pt idx="2">
                  <c:v>8289973.0300000003</c:v>
                </c:pt>
                <c:pt idx="3">
                  <c:v>9140097.4000000004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E-484F-9E41-2D9D564B514F}"/>
            </c:ext>
          </c:extLst>
        </c:ser>
        <c:ser>
          <c:idx val="1"/>
          <c:order val="1"/>
          <c:tx>
            <c:strRef>
              <c:f>'KBQ4'!$C$22:$C$24</c:f>
              <c:strCache>
                <c:ptCount val="1"/>
                <c:pt idx="0">
                  <c:v> Total-Sales - 2021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'KBQ4'!$A$25:$A$33</c:f>
              <c:multiLvlStrCache>
                <c:ptCount val="4"/>
                <c:lvl>
                  <c:pt idx="0">
                    <c:v>Amazon</c:v>
                  </c:pt>
                  <c:pt idx="1">
                    <c:v>Amazon</c:v>
                  </c:pt>
                  <c:pt idx="2">
                    <c:v>Amazon</c:v>
                  </c:pt>
                  <c:pt idx="3">
                    <c:v>Amazon</c:v>
                  </c:pt>
                </c:lvl>
                <c:lvl>
                  <c:pt idx="0">
                    <c:v>Qtr1</c:v>
                  </c:pt>
                  <c:pt idx="1">
                    <c:v>Qtr2</c:v>
                  </c:pt>
                  <c:pt idx="2">
                    <c:v>Qtr3</c:v>
                  </c:pt>
                  <c:pt idx="3">
                    <c:v>Qtr4</c:v>
                  </c:pt>
                </c:lvl>
              </c:multiLvlStrCache>
            </c:multiLvlStrRef>
          </c:cat>
          <c:val>
            <c:numRef>
              <c:f>'KBQ4'!$C$25:$C$33</c:f>
              <c:numCache>
                <c:formatCode>"$"#,##0_);[Red]\("$"#,##0\)</c:formatCode>
                <c:ptCount val="4"/>
                <c:pt idx="0">
                  <c:v>12687763</c:v>
                </c:pt>
                <c:pt idx="1">
                  <c:v>17706581</c:v>
                </c:pt>
                <c:pt idx="2">
                  <c:v>22041921</c:v>
                </c:pt>
                <c:pt idx="3">
                  <c:v>25262647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1E-484F-9E41-2D9D564B51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3929103"/>
        <c:axId val="1973929583"/>
      </c:barChart>
      <c:catAx>
        <c:axId val="1973929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929583"/>
        <c:crosses val="autoZero"/>
        <c:auto val="1"/>
        <c:lblAlgn val="ctr"/>
        <c:lblOffset val="100"/>
        <c:noMultiLvlLbl val="0"/>
      </c:catAx>
      <c:valAx>
        <c:axId val="197392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929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[Beginner_capstone_dataset.xlsx]KBQ5!PivotTable5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1" i="0" u="none" strike="noStrike" baseline="0"/>
              <a:t>Sales Revenue by Channel </a:t>
            </a:r>
            <a:endParaRPr lang="en-US" b="1"/>
          </a:p>
        </c:rich>
      </c:tx>
      <c:layout>
        <c:manualLayout>
          <c:xMode val="edge"/>
          <c:yMode val="edge"/>
          <c:x val="0.29527777777777775"/>
          <c:y val="5.96226709285101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119715660542432"/>
          <c:y val="0.21782178217821782"/>
          <c:w val="0.43888888888888894"/>
          <c:h val="0.78217821782178232"/>
        </c:manualLayout>
      </c:layout>
      <c:pieChart>
        <c:varyColors val="1"/>
        <c:ser>
          <c:idx val="0"/>
          <c:order val="0"/>
          <c:tx>
            <c:strRef>
              <c:f>'KBQ5'!$B$3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67-45E3-9378-425A35005988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67-45E3-9378-425A35005988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67-45E3-9378-425A35005988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'KBQ5'!$A$4:$A$7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'KBQ5'!$B$4:$B$7</c:f>
              <c:numCache>
                <c:formatCode>"$"#,##0_);[Red]\("$"#,##0\)</c:formatCode>
                <c:ptCount val="3"/>
                <c:pt idx="0">
                  <c:v>356643750</c:v>
                </c:pt>
                <c:pt idx="1">
                  <c:v>247672882</c:v>
                </c:pt>
                <c:pt idx="2">
                  <c:v>295585493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67-45E3-9378-425A3500598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865016612261428"/>
          <c:y val="0.44738613265558708"/>
          <c:w val="0.20506246483894741"/>
          <c:h val="0.217123065851633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[Beginner_capstone_dataset.xlsx]Sheet2!PivotTable3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aseline="0"/>
              <a:t>Sales channel with the most unit sold 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Sheet2!$A$5:$A$8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Sheet2!$B$5:$B$8</c:f>
              <c:numCache>
                <c:formatCode>#,##0</c:formatCode>
                <c:ptCount val="3"/>
                <c:pt idx="0">
                  <c:v>156575</c:v>
                </c:pt>
                <c:pt idx="1">
                  <c:v>87085</c:v>
                </c:pt>
                <c:pt idx="2">
                  <c:v>218689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0-407A-872C-A8FEBCC46E5A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Sheet2!$A$5:$A$8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Sheet2!$C$5:$C$8</c:f>
              <c:numCache>
                <c:formatCode>#,##0</c:formatCode>
                <c:ptCount val="3"/>
                <c:pt idx="0">
                  <c:v>533415</c:v>
                </c:pt>
                <c:pt idx="1">
                  <c:v>852008</c:v>
                </c:pt>
                <c:pt idx="2">
                  <c:v>631089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E0-407A-872C-A8FEBCC46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4131471"/>
        <c:axId val="2024136271"/>
      </c:barChart>
      <c:catAx>
        <c:axId val="2024131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136271"/>
        <c:crosses val="autoZero"/>
        <c:auto val="1"/>
        <c:lblAlgn val="ctr"/>
        <c:lblOffset val="100"/>
        <c:noMultiLvlLbl val="0"/>
      </c:catAx>
      <c:valAx>
        <c:axId val="2024136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13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Product</a:t>
            </a:r>
            <a:r>
              <a:rPr lang="en-GB" baseline="0"/>
              <a:t> Growth &amp; Decline Trend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'KBQ6'!$I$3</c:f>
              <c:strCache>
                <c:ptCount val="1"/>
                <c:pt idx="0">
                  <c:v>Qtr1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'KBQ6'!$I$4:$I$9</c:f>
              <c:numCache>
                <c:formatCode>"$"#,##0_);[Red]\("$"#,##0\)</c:formatCode>
                <c:ptCount val="6"/>
                <c:pt idx="0">
                  <c:v>27059368</c:v>
                </c:pt>
                <c:pt idx="1">
                  <c:v>33906474</c:v>
                </c:pt>
                <c:pt idx="2">
                  <c:v>43068283</c:v>
                </c:pt>
                <c:pt idx="3">
                  <c:v>34048301</c:v>
                </c:pt>
                <c:pt idx="4">
                  <c:v>22680036</c:v>
                </c:pt>
                <c:pt idx="5">
                  <c:v>28625942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B8-4B20-992B-CFF500EE91C8}"/>
            </c:ext>
          </c:extLst>
        </c:ser>
        <c:ser>
          <c:idx val="1"/>
          <c:order val="1"/>
          <c:tx>
            <c:strRef>
              <c:f>'KBQ6'!$J$3</c:f>
              <c:strCache>
                <c:ptCount val="1"/>
                <c:pt idx="0">
                  <c:v>Qtr2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'KBQ6'!$J$4:$J$9</c:f>
              <c:numCache>
                <c:formatCode>"$"#,##0_);[Red]\("$"#,##0\)</c:formatCode>
                <c:ptCount val="6"/>
                <c:pt idx="0">
                  <c:v>30849094</c:v>
                </c:pt>
                <c:pt idx="1">
                  <c:v>36071610</c:v>
                </c:pt>
                <c:pt idx="2">
                  <c:v>52681334</c:v>
                </c:pt>
                <c:pt idx="3">
                  <c:v>49489266</c:v>
                </c:pt>
                <c:pt idx="4">
                  <c:v>26294164</c:v>
                </c:pt>
                <c:pt idx="5">
                  <c:v>32209569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B8-4B20-992B-CFF500EE91C8}"/>
            </c:ext>
          </c:extLst>
        </c:ser>
        <c:ser>
          <c:idx val="2"/>
          <c:order val="2"/>
          <c:tx>
            <c:strRef>
              <c:f>'KBQ6'!$K$3</c:f>
              <c:strCache>
                <c:ptCount val="1"/>
                <c:pt idx="0">
                  <c:v>%ΔQ2 vs Q1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'KBQ6'!$K$4:$K$9</c:f>
              <c:numCache>
                <c:formatCode>0.0%</c:formatCode>
                <c:ptCount val="6"/>
                <c:pt idx="0">
                  <c:v>0.14005227320904168</c:v>
                </c:pt>
                <c:pt idx="1">
                  <c:v>6.3856123759728003E-2</c:v>
                </c:pt>
                <c:pt idx="2">
                  <c:v>0.22320488142051079</c:v>
                </c:pt>
                <c:pt idx="3">
                  <c:v>0.45350177678469183</c:v>
                </c:pt>
                <c:pt idx="4">
                  <c:v>0.15935283347874757</c:v>
                </c:pt>
                <c:pt idx="5">
                  <c:v>0.12518808988015137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B8-4B20-992B-CFF500EE91C8}"/>
            </c:ext>
          </c:extLst>
        </c:ser>
        <c:ser>
          <c:idx val="3"/>
          <c:order val="3"/>
          <c:tx>
            <c:strRef>
              <c:f>'KBQ6'!$L$3</c:f>
              <c:strCache>
                <c:ptCount val="1"/>
                <c:pt idx="0">
                  <c:v>Qtr3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'KBQ6'!$L$4:$L$9</c:f>
              <c:numCache>
                <c:formatCode>"$"#,##0_);[Red]\("$"#,##0\)</c:formatCode>
                <c:ptCount val="6"/>
                <c:pt idx="0">
                  <c:v>35132084</c:v>
                </c:pt>
                <c:pt idx="1">
                  <c:v>48576275</c:v>
                </c:pt>
                <c:pt idx="2">
                  <c:v>62726698</c:v>
                </c:pt>
                <c:pt idx="3">
                  <c:v>50457395</c:v>
                </c:pt>
                <c:pt idx="4">
                  <c:v>30479265</c:v>
                </c:pt>
                <c:pt idx="5">
                  <c:v>37936637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DB8-4B20-992B-CFF500EE91C8}"/>
            </c:ext>
          </c:extLst>
        </c:ser>
        <c:ser>
          <c:idx val="4"/>
          <c:order val="4"/>
          <c:tx>
            <c:strRef>
              <c:f>'KBQ6'!$M$3</c:f>
              <c:strCache>
                <c:ptCount val="1"/>
                <c:pt idx="0">
                  <c:v>%ΔQ2 vs Q3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'KBQ6'!$M$4:$M$9</c:f>
              <c:numCache>
                <c:formatCode>0.0%</c:formatCode>
                <c:ptCount val="6"/>
                <c:pt idx="0">
                  <c:v>0.13883681640699075</c:v>
                </c:pt>
                <c:pt idx="1">
                  <c:v>0.34666223658993872</c:v>
                </c:pt>
                <c:pt idx="2">
                  <c:v>0.19068165585935998</c:v>
                </c:pt>
                <c:pt idx="3">
                  <c:v>1.9562403693762602E-2</c:v>
                </c:pt>
                <c:pt idx="4">
                  <c:v>0.15916463440328432</c:v>
                </c:pt>
                <c:pt idx="5">
                  <c:v>0.1778064152302069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DB8-4B20-992B-CFF500EE91C8}"/>
            </c:ext>
          </c:extLst>
        </c:ser>
        <c:ser>
          <c:idx val="5"/>
          <c:order val="5"/>
          <c:tx>
            <c:strRef>
              <c:f>'KBQ6'!$N$3</c:f>
              <c:strCache>
                <c:ptCount val="1"/>
                <c:pt idx="0">
                  <c:v>Qtr4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'KBQ6'!$N$4:$N$9</c:f>
              <c:numCache>
                <c:formatCode>"$"#,##0_);[Red]\("$"#,##0\)</c:formatCode>
                <c:ptCount val="6"/>
                <c:pt idx="0">
                  <c:v>30688086</c:v>
                </c:pt>
                <c:pt idx="1">
                  <c:v>35119321</c:v>
                </c:pt>
                <c:pt idx="2">
                  <c:v>50349929</c:v>
                </c:pt>
                <c:pt idx="3">
                  <c:v>45043898</c:v>
                </c:pt>
                <c:pt idx="4">
                  <c:v>27178431</c:v>
                </c:pt>
                <c:pt idx="5">
                  <c:v>29230665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DB8-4B20-992B-CFF500EE91C8}"/>
            </c:ext>
          </c:extLst>
        </c:ser>
        <c:ser>
          <c:idx val="6"/>
          <c:order val="6"/>
          <c:tx>
            <c:strRef>
              <c:f>'KBQ6'!$O$3</c:f>
              <c:strCache>
                <c:ptCount val="1"/>
                <c:pt idx="0">
                  <c:v>%ΔQ3 vs Q4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'KBQ6'!$H$4:$H$9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'KBQ6'!$O$4:$O$9</c:f>
              <c:numCache>
                <c:formatCode>0.0%</c:formatCode>
                <c:ptCount val="6"/>
                <c:pt idx="0">
                  <c:v>-0.12649400473937156</c:v>
                </c:pt>
                <c:pt idx="1">
                  <c:v>-0.27702729367371209</c:v>
                </c:pt>
                <c:pt idx="2">
                  <c:v>-0.1973126179860448</c:v>
                </c:pt>
                <c:pt idx="3">
                  <c:v>-0.10728847575266222</c:v>
                </c:pt>
                <c:pt idx="4">
                  <c:v>-0.10829769024942039</c:v>
                </c:pt>
                <c:pt idx="5">
                  <c:v>-0.22948718411703178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DB8-4B20-992B-CFF500EE91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9969200"/>
        <c:axId val="1519969680"/>
      </c:lineChart>
      <c:catAx>
        <c:axId val="151996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969680"/>
        <c:crosses val="autoZero"/>
        <c:auto val="1"/>
        <c:lblAlgn val="ctr"/>
        <c:lblOffset val="100"/>
        <c:noMultiLvlLbl val="0"/>
      </c:catAx>
      <c:valAx>
        <c:axId val="1519969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969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Retail</a:t>
            </a:r>
            <a:r>
              <a:rPr lang="en-GB" baseline="0"/>
              <a:t> Partners Actual 2021 sales 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13193803775944662"/>
          <c:y val="0.1543808532778356"/>
          <c:w val="0.7787895514955937"/>
          <c:h val="0.7490602800560439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'KBQ7'!$G$3</c:f>
              <c:strCache>
                <c:ptCount val="1"/>
                <c:pt idx="0">
                  <c:v>2021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'KBQ7'!$F$4:$F$9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'KBQ7'!$G$4:$G$9</c:f>
              <c:numCache>
                <c:formatCode>"$"#,##0_);[Red]\("$"#,##0\)</c:formatCode>
                <c:ptCount val="6"/>
                <c:pt idx="0">
                  <c:v>77698912</c:v>
                </c:pt>
                <c:pt idx="1">
                  <c:v>177217915</c:v>
                </c:pt>
                <c:pt idx="2">
                  <c:v>101356250</c:v>
                </c:pt>
                <c:pt idx="3">
                  <c:v>167209896</c:v>
                </c:pt>
                <c:pt idx="4">
                  <c:v>41673410</c:v>
                </c:pt>
                <c:pt idx="5">
                  <c:v>152665067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E4-45C9-A4FB-D6BA7A39DB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74169056"/>
        <c:axId val="874165216"/>
      </c:barChart>
      <c:catAx>
        <c:axId val="874169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165216"/>
        <c:crosses val="autoZero"/>
        <c:auto val="1"/>
        <c:lblAlgn val="ctr"/>
        <c:lblOffset val="100"/>
        <c:noMultiLvlLbl val="0"/>
      </c:catAx>
      <c:valAx>
        <c:axId val="874165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1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Benchmark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'KBQ7'!$G$3</c:f>
              <c:strCache>
                <c:ptCount val="1"/>
                <c:pt idx="0">
                  <c:v>2021 Sales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'KBQ7'!$F$4:$F$9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'KBQ7'!$G$4:$G$9</c:f>
              <c:numCache>
                <c:formatCode>"$"#,##0_);[Red]\("$"#,##0\)</c:formatCode>
                <c:ptCount val="6"/>
                <c:pt idx="0">
                  <c:v>77698912</c:v>
                </c:pt>
                <c:pt idx="1">
                  <c:v>177217915</c:v>
                </c:pt>
                <c:pt idx="2">
                  <c:v>101356250</c:v>
                </c:pt>
                <c:pt idx="3">
                  <c:v>167209896</c:v>
                </c:pt>
                <c:pt idx="4">
                  <c:v>41673410</c:v>
                </c:pt>
                <c:pt idx="5">
                  <c:v>152665067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8B-47F8-9194-D9B7D66897E7}"/>
            </c:ext>
          </c:extLst>
        </c:ser>
        <c:ser>
          <c:idx val="1"/>
          <c:order val="1"/>
          <c:tx>
            <c:strRef>
              <c:f>'KBQ7'!$H$3</c:f>
              <c:strCache>
                <c:ptCount val="1"/>
                <c:pt idx="0">
                  <c:v>Benchmrk (foot locker)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'KBQ7'!$F$4:$F$9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'KBQ7'!$H$4:$H$9</c:f>
              <c:numCache>
                <c:formatCode>"$"#,##0_);[Red]\("$"#,##0\)</c:formatCode>
                <c:ptCount val="6"/>
                <c:pt idx="0">
                  <c:v>177217915</c:v>
                </c:pt>
                <c:pt idx="1">
                  <c:v>177217915</c:v>
                </c:pt>
                <c:pt idx="2">
                  <c:v>177217915</c:v>
                </c:pt>
                <c:pt idx="3">
                  <c:v>177217915</c:v>
                </c:pt>
                <c:pt idx="4">
                  <c:v>177217915</c:v>
                </c:pt>
                <c:pt idx="5">
                  <c:v>177217915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8B-47F8-9194-D9B7D66897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4176736"/>
        <c:axId val="874168576"/>
      </c:lineChart>
      <c:catAx>
        <c:axId val="874176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168576"/>
        <c:crosses val="autoZero"/>
        <c:auto val="1"/>
        <c:lblAlgn val="ctr"/>
        <c:lblOffset val="100"/>
        <c:noMultiLvlLbl val="0"/>
      </c:catAx>
      <c:valAx>
        <c:axId val="87416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17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[Beginner_capstone_dataset_Project work_Trial.xlsx]Pivot table!PivotTable1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Top product lines by Region</a:t>
            </a:r>
          </a:p>
        </c:rich>
      </c:tx>
      <c:layout>
        <c:manualLayout>
          <c:xMode val="edge"/>
          <c:yMode val="edge"/>
          <c:x val="0.2402985564304462"/>
          <c:y val="8.69422572178477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'Pivot table'!$A$4:$A$39</c:f>
              <c:multiLvlStrCache>
                <c:ptCount val="30"/>
                <c:lvl>
                  <c:pt idx="0">
                    <c:v>Men's Apparel</c:v>
                  </c:pt>
                  <c:pt idx="1">
                    <c:v>Men's Athletic Footwear</c:v>
                  </c:pt>
                  <c:pt idx="2">
                    <c:v>Men's Street Footwear</c:v>
                  </c:pt>
                  <c:pt idx="3">
                    <c:v>Women's Apparel</c:v>
                  </c:pt>
                  <c:pt idx="4">
                    <c:v>Women's Athletic Footwear</c:v>
                  </c:pt>
                  <c:pt idx="5">
                    <c:v>Women's Street Footwear</c:v>
                  </c:pt>
                  <c:pt idx="6">
                    <c:v>Men's Apparel</c:v>
                  </c:pt>
                  <c:pt idx="7">
                    <c:v>Men's Athletic Footwear</c:v>
                  </c:pt>
                  <c:pt idx="8">
                    <c:v>Men's Street Footwear</c:v>
                  </c:pt>
                  <c:pt idx="9">
                    <c:v>Women's Apparel</c:v>
                  </c:pt>
                  <c:pt idx="10">
                    <c:v>Women's Athletic Footwear</c:v>
                  </c:pt>
                  <c:pt idx="11">
                    <c:v>Women's Street Footwear</c:v>
                  </c:pt>
                  <c:pt idx="12">
                    <c:v>Men's Apparel</c:v>
                  </c:pt>
                  <c:pt idx="13">
                    <c:v>Men's Athletic Footwear</c:v>
                  </c:pt>
                  <c:pt idx="14">
                    <c:v>Men's Street Footwear</c:v>
                  </c:pt>
                  <c:pt idx="15">
                    <c:v>Women's Apparel</c:v>
                  </c:pt>
                  <c:pt idx="16">
                    <c:v>Women's Athletic Footwear</c:v>
                  </c:pt>
                  <c:pt idx="17">
                    <c:v>Women's Street Footwear</c:v>
                  </c:pt>
                  <c:pt idx="18">
                    <c:v>Men's Apparel</c:v>
                  </c:pt>
                  <c:pt idx="19">
                    <c:v>Men's Athletic Footwear</c:v>
                  </c:pt>
                  <c:pt idx="20">
                    <c:v>Men's Street Footwear</c:v>
                  </c:pt>
                  <c:pt idx="21">
                    <c:v>Women's Apparel</c:v>
                  </c:pt>
                  <c:pt idx="22">
                    <c:v>Women's Athletic Footwear</c:v>
                  </c:pt>
                  <c:pt idx="23">
                    <c:v>Women's Street Footwear</c:v>
                  </c:pt>
                  <c:pt idx="24">
                    <c:v>Men's Apparel</c:v>
                  </c:pt>
                  <c:pt idx="25">
                    <c:v>Men's Athletic Footwear</c:v>
                  </c:pt>
                  <c:pt idx="26">
                    <c:v>Men's Street Footwear</c:v>
                  </c:pt>
                  <c:pt idx="27">
                    <c:v>Women's Apparel</c:v>
                  </c:pt>
                  <c:pt idx="28">
                    <c:v>Women's Athletic Footwear</c:v>
                  </c:pt>
                  <c:pt idx="29">
                    <c:v>Women's Street Footwear</c:v>
                  </c:pt>
                </c:lvl>
                <c:lvl>
                  <c:pt idx="0">
                    <c:v>Midwest</c:v>
                  </c:pt>
                  <c:pt idx="6">
                    <c:v>Northeast</c:v>
                  </c:pt>
                  <c:pt idx="12">
                    <c:v>South</c:v>
                  </c:pt>
                  <c:pt idx="18">
                    <c:v>Southeast</c:v>
                  </c:pt>
                  <c:pt idx="24">
                    <c:v>West</c:v>
                  </c:pt>
                </c:lvl>
              </c:multiLvlStrCache>
            </c:multiLvlStrRef>
          </c:cat>
          <c:val>
            <c:numRef>
              <c:f>'Pivot table'!$B$4:$B$39</c:f>
              <c:numCache>
                <c:formatCode>"$"#,##0_);[Red]\("$"#,##0\)</c:formatCode>
                <c:ptCount val="30"/>
                <c:pt idx="0">
                  <c:v>18125661</c:v>
                </c:pt>
                <c:pt idx="1">
                  <c:v>21305539</c:v>
                </c:pt>
                <c:pt idx="2">
                  <c:v>38322810</c:v>
                </c:pt>
                <c:pt idx="3">
                  <c:v>28206383</c:v>
                </c:pt>
                <c:pt idx="4">
                  <c:v>13595168</c:v>
                </c:pt>
                <c:pt idx="5">
                  <c:v>16244898</c:v>
                </c:pt>
                <c:pt idx="6">
                  <c:v>25744412</c:v>
                </c:pt>
                <c:pt idx="7">
                  <c:v>28874237</c:v>
                </c:pt>
                <c:pt idx="8">
                  <c:v>51025024</c:v>
                </c:pt>
                <c:pt idx="9">
                  <c:v>37543083</c:v>
                </c:pt>
                <c:pt idx="10">
                  <c:v>19796138</c:v>
                </c:pt>
                <c:pt idx="11">
                  <c:v>23341173</c:v>
                </c:pt>
                <c:pt idx="12">
                  <c:v>19703069</c:v>
                </c:pt>
                <c:pt idx="13">
                  <c:v>25710545</c:v>
                </c:pt>
                <c:pt idx="14">
                  <c:v>28444561</c:v>
                </c:pt>
                <c:pt idx="15">
                  <c:v>29607187</c:v>
                </c:pt>
                <c:pt idx="16">
                  <c:v>18420722</c:v>
                </c:pt>
                <c:pt idx="17">
                  <c:v>22777097</c:v>
                </c:pt>
                <c:pt idx="18">
                  <c:v>24461487</c:v>
                </c:pt>
                <c:pt idx="19">
                  <c:v>27777020</c:v>
                </c:pt>
                <c:pt idx="20">
                  <c:v>36019236</c:v>
                </c:pt>
                <c:pt idx="21">
                  <c:v>31491161</c:v>
                </c:pt>
                <c:pt idx="22">
                  <c:v>20302798</c:v>
                </c:pt>
                <c:pt idx="23">
                  <c:v>23119534</c:v>
                </c:pt>
                <c:pt idx="24">
                  <c:v>35694003</c:v>
                </c:pt>
                <c:pt idx="25">
                  <c:v>50006339</c:v>
                </c:pt>
                <c:pt idx="26">
                  <c:v>55014613</c:v>
                </c:pt>
                <c:pt idx="27">
                  <c:v>52191046</c:v>
                </c:pt>
                <c:pt idx="28">
                  <c:v>34517070</c:v>
                </c:pt>
                <c:pt idx="29">
                  <c:v>42520111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BA-4AEA-A869-E2A5C0223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2759584"/>
        <c:axId val="1502761024"/>
      </c:barChart>
      <c:catAx>
        <c:axId val="150275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2761024"/>
        <c:crosses val="autoZero"/>
        <c:auto val="1"/>
        <c:lblAlgn val="ctr"/>
        <c:lblOffset val="100"/>
        <c:noMultiLvlLbl val="0"/>
      </c:catAx>
      <c:valAx>
        <c:axId val="1502761024"/>
        <c:scaling>
          <c:orientation val="minMax"/>
        </c:scaling>
        <c:delete val="0"/>
        <c:axPos val="l"/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275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08680C-2657-4B70-8302-469842854BEE}" type="doc">
      <dgm:prSet loTypeId="urn:microsoft.com/office/officeart/2018/2/layout/IconCircle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7A3D98-0A75-4FF7-A002-D9C18BAFB0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Agenda</a:t>
          </a:r>
          <a:endParaRPr lang="en-US"/>
        </a:p>
      </dgm:t>
    </dgm:pt>
    <dgm:pt modelId="{CDA4A327-585F-4AE2-A3BB-A96F375CB1C6}" type="parTrans" cxnId="{B0F19E21-A34A-40BA-95B0-D955A693C193}">
      <dgm:prSet/>
      <dgm:spPr/>
      <dgm:t>
        <a:bodyPr/>
        <a:lstStyle/>
        <a:p>
          <a:pPr algn="ctr"/>
          <a:endParaRPr lang="en-US"/>
        </a:p>
      </dgm:t>
    </dgm:pt>
    <dgm:pt modelId="{81773DCC-0E67-40F9-A9AF-0018BD4C5107}" type="sibTrans" cxnId="{B0F19E21-A34A-40BA-95B0-D955A693C1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B25C73-8B02-4400-8F7F-622F1039F8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Objective</a:t>
          </a:r>
        </a:p>
      </dgm:t>
    </dgm:pt>
    <dgm:pt modelId="{5B671B68-E32B-4D4E-A04E-BA0F4C45E848}" type="parTrans" cxnId="{6F1E5DB3-9E39-4AA1-8440-2C80097D0FCC}">
      <dgm:prSet/>
      <dgm:spPr/>
      <dgm:t>
        <a:bodyPr/>
        <a:lstStyle/>
        <a:p>
          <a:pPr algn="ctr"/>
          <a:endParaRPr lang="en-US"/>
        </a:p>
      </dgm:t>
    </dgm:pt>
    <dgm:pt modelId="{9A28B486-EDE7-473C-B031-129ACF2600AC}" type="sibTrans" cxnId="{6F1E5DB3-9E39-4AA1-8440-2C80097D0F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80D207-8AD2-45C3-8763-F1360F9C37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Business Questions (KBQs)</a:t>
          </a:r>
        </a:p>
      </dgm:t>
    </dgm:pt>
    <dgm:pt modelId="{B15880C8-A412-4117-A157-3C9DF086928E}" type="parTrans" cxnId="{5750B87B-6EB7-49FE-AE84-6D6A47AD23BF}">
      <dgm:prSet/>
      <dgm:spPr/>
      <dgm:t>
        <a:bodyPr/>
        <a:lstStyle/>
        <a:p>
          <a:pPr algn="ctr"/>
          <a:endParaRPr lang="en-US"/>
        </a:p>
      </dgm:t>
    </dgm:pt>
    <dgm:pt modelId="{FD062EC1-8E50-4CAD-A7CB-94C7B5D5BDC5}" type="sibTrans" cxnId="{5750B87B-6EB7-49FE-AE84-6D6A47AD23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B55FE8-B3D3-4E62-946A-D55736A679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Overview</a:t>
          </a:r>
        </a:p>
      </dgm:t>
    </dgm:pt>
    <dgm:pt modelId="{652CA5E9-1C62-4277-A6F0-A2C040808776}" type="parTrans" cxnId="{89C018C1-4510-4D4A-BDE9-7B574DB858C6}">
      <dgm:prSet/>
      <dgm:spPr/>
      <dgm:t>
        <a:bodyPr/>
        <a:lstStyle/>
        <a:p>
          <a:pPr algn="ctr"/>
          <a:endParaRPr lang="en-US"/>
        </a:p>
      </dgm:t>
    </dgm:pt>
    <dgm:pt modelId="{808476E6-4664-4FFF-B3A4-3FA9FDCCEB5A}" type="sibTrans" cxnId="{89C018C1-4510-4D4A-BDE9-7B574DB858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A7C0B3-88F7-46F2-A845-508B63753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Analysis &amp; Findings (KBQ1–KBQ8)</a:t>
          </a:r>
        </a:p>
      </dgm:t>
    </dgm:pt>
    <dgm:pt modelId="{6B024C50-E43E-40B4-A89D-4CE8D74F0241}" type="parTrans" cxnId="{6F6DB639-B9CE-4F3B-BDBA-CDF21D1A5A18}">
      <dgm:prSet/>
      <dgm:spPr/>
      <dgm:t>
        <a:bodyPr/>
        <a:lstStyle/>
        <a:p>
          <a:pPr algn="ctr"/>
          <a:endParaRPr lang="en-US"/>
        </a:p>
      </dgm:t>
    </dgm:pt>
    <dgm:pt modelId="{C521D299-9B11-4AFA-B317-68566500B110}" type="sibTrans" cxnId="{6F6DB639-B9CE-4F3B-BDBA-CDF21D1A5A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E9561C-0E7F-42EA-87AE-10549928E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Recommendations</a:t>
          </a:r>
        </a:p>
      </dgm:t>
    </dgm:pt>
    <dgm:pt modelId="{8AA39BCB-DC2F-487D-BB11-3A73523A33FF}" type="parTrans" cxnId="{F1A5B926-5733-4306-ACF1-05BD5018EC8F}">
      <dgm:prSet/>
      <dgm:spPr/>
      <dgm:t>
        <a:bodyPr/>
        <a:lstStyle/>
        <a:p>
          <a:pPr algn="ctr"/>
          <a:endParaRPr lang="en-US"/>
        </a:p>
      </dgm:t>
    </dgm:pt>
    <dgm:pt modelId="{E92AB8E3-7E48-413B-81BA-AD789BF89330}" type="sibTrans" cxnId="{F1A5B926-5733-4306-ACF1-05BD5018EC8F}">
      <dgm:prSet/>
      <dgm:spPr/>
      <dgm:t>
        <a:bodyPr/>
        <a:lstStyle/>
        <a:p>
          <a:endParaRPr lang="en-US"/>
        </a:p>
      </dgm:t>
    </dgm:pt>
    <dgm:pt modelId="{C7095767-46CA-4CA8-A28C-68E7A248FF74}" type="pres">
      <dgm:prSet presAssocID="{8608680C-2657-4B70-8302-469842854BEE}" presName="root" presStyleCnt="0">
        <dgm:presLayoutVars>
          <dgm:dir/>
          <dgm:resizeHandles val="exact"/>
        </dgm:presLayoutVars>
      </dgm:prSet>
      <dgm:spPr/>
    </dgm:pt>
    <dgm:pt modelId="{91DF5FB8-FE54-4EB4-B225-98776303FA35}" type="pres">
      <dgm:prSet presAssocID="{8608680C-2657-4B70-8302-469842854BEE}" presName="container" presStyleCnt="0">
        <dgm:presLayoutVars>
          <dgm:dir/>
          <dgm:resizeHandles val="exact"/>
        </dgm:presLayoutVars>
      </dgm:prSet>
      <dgm:spPr/>
    </dgm:pt>
    <dgm:pt modelId="{E6202F66-27A3-4FD3-AA3A-FBD01F95F061}" type="pres">
      <dgm:prSet presAssocID="{B27A3D98-0A75-4FF7-A002-D9C18BAFB0D2}" presName="compNode" presStyleCnt="0"/>
      <dgm:spPr/>
    </dgm:pt>
    <dgm:pt modelId="{305D68B9-09FE-4950-B516-E3DD9E32BB70}" type="pres">
      <dgm:prSet presAssocID="{B27A3D98-0A75-4FF7-A002-D9C18BAFB0D2}" presName="iconBgRect" presStyleLbl="bgShp" presStyleIdx="0" presStyleCnt="6"/>
      <dgm:spPr/>
    </dgm:pt>
    <dgm:pt modelId="{A140E330-F6B6-4415-81F1-AB59DFEC1E1B}" type="pres">
      <dgm:prSet presAssocID="{B27A3D98-0A75-4FF7-A002-D9C18BAFB0D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1B94F1E-259A-4244-A094-3C9D4FED71EE}" type="pres">
      <dgm:prSet presAssocID="{B27A3D98-0A75-4FF7-A002-D9C18BAFB0D2}" presName="spaceRect" presStyleCnt="0"/>
      <dgm:spPr/>
    </dgm:pt>
    <dgm:pt modelId="{C1726741-D418-44A8-9E5E-47AAF288EA08}" type="pres">
      <dgm:prSet presAssocID="{B27A3D98-0A75-4FF7-A002-D9C18BAFB0D2}" presName="textRect" presStyleLbl="revTx" presStyleIdx="0" presStyleCnt="6">
        <dgm:presLayoutVars>
          <dgm:chMax val="1"/>
          <dgm:chPref val="1"/>
        </dgm:presLayoutVars>
      </dgm:prSet>
      <dgm:spPr/>
    </dgm:pt>
    <dgm:pt modelId="{E2A0A8A5-F64D-4D68-8F56-9A29FA68B43F}" type="pres">
      <dgm:prSet presAssocID="{81773DCC-0E67-40F9-A9AF-0018BD4C5107}" presName="sibTrans" presStyleLbl="sibTrans2D1" presStyleIdx="0" presStyleCnt="0"/>
      <dgm:spPr/>
    </dgm:pt>
    <dgm:pt modelId="{4E2989F0-8781-46CE-82B4-28D6F82C727B}" type="pres">
      <dgm:prSet presAssocID="{03B25C73-8B02-4400-8F7F-622F1039F8F6}" presName="compNode" presStyleCnt="0"/>
      <dgm:spPr/>
    </dgm:pt>
    <dgm:pt modelId="{075DDCDC-CF09-4C27-A80E-50A4044DE694}" type="pres">
      <dgm:prSet presAssocID="{03B25C73-8B02-4400-8F7F-622F1039F8F6}" presName="iconBgRect" presStyleLbl="bgShp" presStyleIdx="1" presStyleCnt="6"/>
      <dgm:spPr/>
    </dgm:pt>
    <dgm:pt modelId="{9633831D-A9CA-4F51-8D3C-967D44CA1BF0}" type="pres">
      <dgm:prSet presAssocID="{03B25C73-8B02-4400-8F7F-622F1039F8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6E6C0ED-2D9F-4EFE-BB96-397A7BA5E87F}" type="pres">
      <dgm:prSet presAssocID="{03B25C73-8B02-4400-8F7F-622F1039F8F6}" presName="spaceRect" presStyleCnt="0"/>
      <dgm:spPr/>
    </dgm:pt>
    <dgm:pt modelId="{8983BC21-77CB-4E74-B9CD-65F31529FC56}" type="pres">
      <dgm:prSet presAssocID="{03B25C73-8B02-4400-8F7F-622F1039F8F6}" presName="textRect" presStyleLbl="revTx" presStyleIdx="1" presStyleCnt="6">
        <dgm:presLayoutVars>
          <dgm:chMax val="1"/>
          <dgm:chPref val="1"/>
        </dgm:presLayoutVars>
      </dgm:prSet>
      <dgm:spPr/>
    </dgm:pt>
    <dgm:pt modelId="{25DD23AC-6E34-4B26-8E21-1D44AC4DB039}" type="pres">
      <dgm:prSet presAssocID="{9A28B486-EDE7-473C-B031-129ACF2600AC}" presName="sibTrans" presStyleLbl="sibTrans2D1" presStyleIdx="0" presStyleCnt="0"/>
      <dgm:spPr/>
    </dgm:pt>
    <dgm:pt modelId="{265CDCFF-033F-43C4-AA5F-1F94416C0DC5}" type="pres">
      <dgm:prSet presAssocID="{7E80D207-8AD2-45C3-8763-F1360F9C379D}" presName="compNode" presStyleCnt="0"/>
      <dgm:spPr/>
    </dgm:pt>
    <dgm:pt modelId="{76C25DA9-8B16-4DE0-BC86-5801CB17D0B2}" type="pres">
      <dgm:prSet presAssocID="{7E80D207-8AD2-45C3-8763-F1360F9C379D}" presName="iconBgRect" presStyleLbl="bgShp" presStyleIdx="2" presStyleCnt="6"/>
      <dgm:spPr/>
    </dgm:pt>
    <dgm:pt modelId="{D5813CC5-4F4D-443E-B988-214BFB852E09}" type="pres">
      <dgm:prSet presAssocID="{7E80D207-8AD2-45C3-8763-F1360F9C379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0F37319-A441-48AB-88B2-FA0ECD373AA8}" type="pres">
      <dgm:prSet presAssocID="{7E80D207-8AD2-45C3-8763-F1360F9C379D}" presName="spaceRect" presStyleCnt="0"/>
      <dgm:spPr/>
    </dgm:pt>
    <dgm:pt modelId="{52C8CCF7-A598-4E0B-BE8A-3977677AE546}" type="pres">
      <dgm:prSet presAssocID="{7E80D207-8AD2-45C3-8763-F1360F9C379D}" presName="textRect" presStyleLbl="revTx" presStyleIdx="2" presStyleCnt="6">
        <dgm:presLayoutVars>
          <dgm:chMax val="1"/>
          <dgm:chPref val="1"/>
        </dgm:presLayoutVars>
      </dgm:prSet>
      <dgm:spPr/>
    </dgm:pt>
    <dgm:pt modelId="{1E1FC437-EA7B-41F8-8A2A-6C53DF05CB00}" type="pres">
      <dgm:prSet presAssocID="{FD062EC1-8E50-4CAD-A7CB-94C7B5D5BDC5}" presName="sibTrans" presStyleLbl="sibTrans2D1" presStyleIdx="0" presStyleCnt="0"/>
      <dgm:spPr/>
    </dgm:pt>
    <dgm:pt modelId="{216E7CCF-E9E2-4620-A41C-097541F43EA8}" type="pres">
      <dgm:prSet presAssocID="{37B55FE8-B3D3-4E62-946A-D55736A67990}" presName="compNode" presStyleCnt="0"/>
      <dgm:spPr/>
    </dgm:pt>
    <dgm:pt modelId="{49E1016D-3927-45C7-8684-6C694AEFDCEF}" type="pres">
      <dgm:prSet presAssocID="{37B55FE8-B3D3-4E62-946A-D55736A67990}" presName="iconBgRect" presStyleLbl="bgShp" presStyleIdx="3" presStyleCnt="6"/>
      <dgm:spPr/>
    </dgm:pt>
    <dgm:pt modelId="{CD9840EA-D087-42C5-AD1B-24F73CA01D67}" type="pres">
      <dgm:prSet presAssocID="{37B55FE8-B3D3-4E62-946A-D55736A6799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E9EAECF-0139-4BE2-83FC-0990217B83D6}" type="pres">
      <dgm:prSet presAssocID="{37B55FE8-B3D3-4E62-946A-D55736A67990}" presName="spaceRect" presStyleCnt="0"/>
      <dgm:spPr/>
    </dgm:pt>
    <dgm:pt modelId="{EC6B687C-452D-4F4E-A133-C953B84176F6}" type="pres">
      <dgm:prSet presAssocID="{37B55FE8-B3D3-4E62-946A-D55736A67990}" presName="textRect" presStyleLbl="revTx" presStyleIdx="3" presStyleCnt="6">
        <dgm:presLayoutVars>
          <dgm:chMax val="1"/>
          <dgm:chPref val="1"/>
        </dgm:presLayoutVars>
      </dgm:prSet>
      <dgm:spPr/>
    </dgm:pt>
    <dgm:pt modelId="{4A42B166-6B72-433C-9C9A-1781AC5DE370}" type="pres">
      <dgm:prSet presAssocID="{808476E6-4664-4FFF-B3A4-3FA9FDCCEB5A}" presName="sibTrans" presStyleLbl="sibTrans2D1" presStyleIdx="0" presStyleCnt="0"/>
      <dgm:spPr/>
    </dgm:pt>
    <dgm:pt modelId="{DC459DC2-4FDF-4C52-BFBD-5E0D92D5B9D6}" type="pres">
      <dgm:prSet presAssocID="{27A7C0B3-88F7-46F2-A845-508B63753D0B}" presName="compNode" presStyleCnt="0"/>
      <dgm:spPr/>
    </dgm:pt>
    <dgm:pt modelId="{08991BEE-8F08-4932-8C96-3FC6F3707760}" type="pres">
      <dgm:prSet presAssocID="{27A7C0B3-88F7-46F2-A845-508B63753D0B}" presName="iconBgRect" presStyleLbl="bgShp" presStyleIdx="4" presStyleCnt="6"/>
      <dgm:spPr/>
    </dgm:pt>
    <dgm:pt modelId="{ED38238E-201C-46D4-BD58-1B691741F6AF}" type="pres">
      <dgm:prSet presAssocID="{27A7C0B3-88F7-46F2-A845-508B63753D0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02B7157-FB2F-416E-8F91-0DF7EF522100}" type="pres">
      <dgm:prSet presAssocID="{27A7C0B3-88F7-46F2-A845-508B63753D0B}" presName="spaceRect" presStyleCnt="0"/>
      <dgm:spPr/>
    </dgm:pt>
    <dgm:pt modelId="{889113D4-40D4-4861-8C7B-6CC34BFE3830}" type="pres">
      <dgm:prSet presAssocID="{27A7C0B3-88F7-46F2-A845-508B63753D0B}" presName="textRect" presStyleLbl="revTx" presStyleIdx="4" presStyleCnt="6">
        <dgm:presLayoutVars>
          <dgm:chMax val="1"/>
          <dgm:chPref val="1"/>
        </dgm:presLayoutVars>
      </dgm:prSet>
      <dgm:spPr/>
    </dgm:pt>
    <dgm:pt modelId="{782D39D1-4B5E-4EF6-A780-18EFC17B2241}" type="pres">
      <dgm:prSet presAssocID="{C521D299-9B11-4AFA-B317-68566500B110}" presName="sibTrans" presStyleLbl="sibTrans2D1" presStyleIdx="0" presStyleCnt="0"/>
      <dgm:spPr/>
    </dgm:pt>
    <dgm:pt modelId="{B79AE3C7-7B9C-43DC-9BAA-D24921F6A715}" type="pres">
      <dgm:prSet presAssocID="{98E9561C-0E7F-42EA-87AE-10549928E0E3}" presName="compNode" presStyleCnt="0"/>
      <dgm:spPr/>
    </dgm:pt>
    <dgm:pt modelId="{24FE2FE6-0004-45D9-A761-6A12DF04496E}" type="pres">
      <dgm:prSet presAssocID="{98E9561C-0E7F-42EA-87AE-10549928E0E3}" presName="iconBgRect" presStyleLbl="bgShp" presStyleIdx="5" presStyleCnt="6"/>
      <dgm:spPr/>
    </dgm:pt>
    <dgm:pt modelId="{FA3661E3-340C-4B4E-B923-8FD243C1D363}" type="pres">
      <dgm:prSet presAssocID="{98E9561C-0E7F-42EA-87AE-10549928E0E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A93C8562-2879-4C0F-BA90-9BE6E799E442}" type="pres">
      <dgm:prSet presAssocID="{98E9561C-0E7F-42EA-87AE-10549928E0E3}" presName="spaceRect" presStyleCnt="0"/>
      <dgm:spPr/>
    </dgm:pt>
    <dgm:pt modelId="{3410EDFA-EF9E-4D5D-9FEF-719AFD8F6A17}" type="pres">
      <dgm:prSet presAssocID="{98E9561C-0E7F-42EA-87AE-10549928E0E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57A1803-DCA9-4E18-B907-07E22E3C02DB}" type="presOf" srcId="{808476E6-4664-4FFF-B3A4-3FA9FDCCEB5A}" destId="{4A42B166-6B72-433C-9C9A-1781AC5DE370}" srcOrd="0" destOrd="0" presId="urn:microsoft.com/office/officeart/2018/2/layout/IconCircleList"/>
    <dgm:cxn modelId="{12043C14-A706-4139-BB74-762D31DFA2FC}" type="presOf" srcId="{98E9561C-0E7F-42EA-87AE-10549928E0E3}" destId="{3410EDFA-EF9E-4D5D-9FEF-719AFD8F6A17}" srcOrd="0" destOrd="0" presId="urn:microsoft.com/office/officeart/2018/2/layout/IconCircleList"/>
    <dgm:cxn modelId="{AA08FF14-F60B-485A-9BEC-B51FF569B949}" type="presOf" srcId="{B27A3D98-0A75-4FF7-A002-D9C18BAFB0D2}" destId="{C1726741-D418-44A8-9E5E-47AAF288EA08}" srcOrd="0" destOrd="0" presId="urn:microsoft.com/office/officeart/2018/2/layout/IconCircleList"/>
    <dgm:cxn modelId="{B0F19E21-A34A-40BA-95B0-D955A693C193}" srcId="{8608680C-2657-4B70-8302-469842854BEE}" destId="{B27A3D98-0A75-4FF7-A002-D9C18BAFB0D2}" srcOrd="0" destOrd="0" parTransId="{CDA4A327-585F-4AE2-A3BB-A96F375CB1C6}" sibTransId="{81773DCC-0E67-40F9-A9AF-0018BD4C5107}"/>
    <dgm:cxn modelId="{E5B56926-7E64-4201-BE13-F251D62067EC}" type="presOf" srcId="{03B25C73-8B02-4400-8F7F-622F1039F8F6}" destId="{8983BC21-77CB-4E74-B9CD-65F31529FC56}" srcOrd="0" destOrd="0" presId="urn:microsoft.com/office/officeart/2018/2/layout/IconCircleList"/>
    <dgm:cxn modelId="{F1A5B926-5733-4306-ACF1-05BD5018EC8F}" srcId="{8608680C-2657-4B70-8302-469842854BEE}" destId="{98E9561C-0E7F-42EA-87AE-10549928E0E3}" srcOrd="5" destOrd="0" parTransId="{8AA39BCB-DC2F-487D-BB11-3A73523A33FF}" sibTransId="{E92AB8E3-7E48-413B-81BA-AD789BF89330}"/>
    <dgm:cxn modelId="{2254802C-356D-4783-8703-E675D1BC23C1}" type="presOf" srcId="{37B55FE8-B3D3-4E62-946A-D55736A67990}" destId="{EC6B687C-452D-4F4E-A133-C953B84176F6}" srcOrd="0" destOrd="0" presId="urn:microsoft.com/office/officeart/2018/2/layout/IconCircleList"/>
    <dgm:cxn modelId="{6F6DB639-B9CE-4F3B-BDBA-CDF21D1A5A18}" srcId="{8608680C-2657-4B70-8302-469842854BEE}" destId="{27A7C0B3-88F7-46F2-A845-508B63753D0B}" srcOrd="4" destOrd="0" parTransId="{6B024C50-E43E-40B4-A89D-4CE8D74F0241}" sibTransId="{C521D299-9B11-4AFA-B317-68566500B110}"/>
    <dgm:cxn modelId="{E471385B-09AB-44BC-9AC4-8FC08311C62F}" type="presOf" srcId="{8608680C-2657-4B70-8302-469842854BEE}" destId="{C7095767-46CA-4CA8-A28C-68E7A248FF74}" srcOrd="0" destOrd="0" presId="urn:microsoft.com/office/officeart/2018/2/layout/IconCircleList"/>
    <dgm:cxn modelId="{33D1B24B-79F1-404E-B0BE-61D6C0AD8FDD}" type="presOf" srcId="{FD062EC1-8E50-4CAD-A7CB-94C7B5D5BDC5}" destId="{1E1FC437-EA7B-41F8-8A2A-6C53DF05CB00}" srcOrd="0" destOrd="0" presId="urn:microsoft.com/office/officeart/2018/2/layout/IconCircleList"/>
    <dgm:cxn modelId="{E63B2C55-5F9E-4E69-807F-8BA55DC8E7BC}" type="presOf" srcId="{7E80D207-8AD2-45C3-8763-F1360F9C379D}" destId="{52C8CCF7-A598-4E0B-BE8A-3977677AE546}" srcOrd="0" destOrd="0" presId="urn:microsoft.com/office/officeart/2018/2/layout/IconCircleList"/>
    <dgm:cxn modelId="{5750B87B-6EB7-49FE-AE84-6D6A47AD23BF}" srcId="{8608680C-2657-4B70-8302-469842854BEE}" destId="{7E80D207-8AD2-45C3-8763-F1360F9C379D}" srcOrd="2" destOrd="0" parTransId="{B15880C8-A412-4117-A157-3C9DF086928E}" sibTransId="{FD062EC1-8E50-4CAD-A7CB-94C7B5D5BDC5}"/>
    <dgm:cxn modelId="{1373D18E-0A11-4747-B867-8AF506145B9D}" type="presOf" srcId="{9A28B486-EDE7-473C-B031-129ACF2600AC}" destId="{25DD23AC-6E34-4B26-8E21-1D44AC4DB039}" srcOrd="0" destOrd="0" presId="urn:microsoft.com/office/officeart/2018/2/layout/IconCircleList"/>
    <dgm:cxn modelId="{7C3B2F9F-B277-4113-B0CF-40C677D78496}" type="presOf" srcId="{C521D299-9B11-4AFA-B317-68566500B110}" destId="{782D39D1-4B5E-4EF6-A780-18EFC17B2241}" srcOrd="0" destOrd="0" presId="urn:microsoft.com/office/officeart/2018/2/layout/IconCircleList"/>
    <dgm:cxn modelId="{817851AA-8552-492C-B107-1733686A5A2A}" type="presOf" srcId="{81773DCC-0E67-40F9-A9AF-0018BD4C5107}" destId="{E2A0A8A5-F64D-4D68-8F56-9A29FA68B43F}" srcOrd="0" destOrd="0" presId="urn:microsoft.com/office/officeart/2018/2/layout/IconCircleList"/>
    <dgm:cxn modelId="{6F1E5DB3-9E39-4AA1-8440-2C80097D0FCC}" srcId="{8608680C-2657-4B70-8302-469842854BEE}" destId="{03B25C73-8B02-4400-8F7F-622F1039F8F6}" srcOrd="1" destOrd="0" parTransId="{5B671B68-E32B-4D4E-A04E-BA0F4C45E848}" sibTransId="{9A28B486-EDE7-473C-B031-129ACF2600AC}"/>
    <dgm:cxn modelId="{89C018C1-4510-4D4A-BDE9-7B574DB858C6}" srcId="{8608680C-2657-4B70-8302-469842854BEE}" destId="{37B55FE8-B3D3-4E62-946A-D55736A67990}" srcOrd="3" destOrd="0" parTransId="{652CA5E9-1C62-4277-A6F0-A2C040808776}" sibTransId="{808476E6-4664-4FFF-B3A4-3FA9FDCCEB5A}"/>
    <dgm:cxn modelId="{BA3166E2-E14E-440D-B05D-9D3856C61775}" type="presOf" srcId="{27A7C0B3-88F7-46F2-A845-508B63753D0B}" destId="{889113D4-40D4-4861-8C7B-6CC34BFE3830}" srcOrd="0" destOrd="0" presId="urn:microsoft.com/office/officeart/2018/2/layout/IconCircleList"/>
    <dgm:cxn modelId="{B106A495-B635-4DA8-ADF2-C3AA13369023}" type="presParOf" srcId="{C7095767-46CA-4CA8-A28C-68E7A248FF74}" destId="{91DF5FB8-FE54-4EB4-B225-98776303FA35}" srcOrd="0" destOrd="0" presId="urn:microsoft.com/office/officeart/2018/2/layout/IconCircleList"/>
    <dgm:cxn modelId="{7733FA96-4EB0-4CB1-A4BD-7B0B29C1D21B}" type="presParOf" srcId="{91DF5FB8-FE54-4EB4-B225-98776303FA35}" destId="{E6202F66-27A3-4FD3-AA3A-FBD01F95F061}" srcOrd="0" destOrd="0" presId="urn:microsoft.com/office/officeart/2018/2/layout/IconCircleList"/>
    <dgm:cxn modelId="{2906B989-9E17-4059-8C23-0E4239DF34A7}" type="presParOf" srcId="{E6202F66-27A3-4FD3-AA3A-FBD01F95F061}" destId="{305D68B9-09FE-4950-B516-E3DD9E32BB70}" srcOrd="0" destOrd="0" presId="urn:microsoft.com/office/officeart/2018/2/layout/IconCircleList"/>
    <dgm:cxn modelId="{A2B21A0E-0635-4977-9BBC-6A87A44B3FA3}" type="presParOf" srcId="{E6202F66-27A3-4FD3-AA3A-FBD01F95F061}" destId="{A140E330-F6B6-4415-81F1-AB59DFEC1E1B}" srcOrd="1" destOrd="0" presId="urn:microsoft.com/office/officeart/2018/2/layout/IconCircleList"/>
    <dgm:cxn modelId="{F9E41AC3-4136-4A29-B3BD-1A7B3030D35E}" type="presParOf" srcId="{E6202F66-27A3-4FD3-AA3A-FBD01F95F061}" destId="{71B94F1E-259A-4244-A094-3C9D4FED71EE}" srcOrd="2" destOrd="0" presId="urn:microsoft.com/office/officeart/2018/2/layout/IconCircleList"/>
    <dgm:cxn modelId="{F83ED93F-8168-4BD7-991F-D1B2384523F7}" type="presParOf" srcId="{E6202F66-27A3-4FD3-AA3A-FBD01F95F061}" destId="{C1726741-D418-44A8-9E5E-47AAF288EA08}" srcOrd="3" destOrd="0" presId="urn:microsoft.com/office/officeart/2018/2/layout/IconCircleList"/>
    <dgm:cxn modelId="{AF887338-098D-43E1-B266-D5B7AC025864}" type="presParOf" srcId="{91DF5FB8-FE54-4EB4-B225-98776303FA35}" destId="{E2A0A8A5-F64D-4D68-8F56-9A29FA68B43F}" srcOrd="1" destOrd="0" presId="urn:microsoft.com/office/officeart/2018/2/layout/IconCircleList"/>
    <dgm:cxn modelId="{5B5C5CB4-409C-4149-82F8-3487F1160D31}" type="presParOf" srcId="{91DF5FB8-FE54-4EB4-B225-98776303FA35}" destId="{4E2989F0-8781-46CE-82B4-28D6F82C727B}" srcOrd="2" destOrd="0" presId="urn:microsoft.com/office/officeart/2018/2/layout/IconCircleList"/>
    <dgm:cxn modelId="{FA058303-45EF-4CD8-B88E-388B53A1F36E}" type="presParOf" srcId="{4E2989F0-8781-46CE-82B4-28D6F82C727B}" destId="{075DDCDC-CF09-4C27-A80E-50A4044DE694}" srcOrd="0" destOrd="0" presId="urn:microsoft.com/office/officeart/2018/2/layout/IconCircleList"/>
    <dgm:cxn modelId="{DCEA1840-9F4D-4A82-98DD-C3D1E2F4AB05}" type="presParOf" srcId="{4E2989F0-8781-46CE-82B4-28D6F82C727B}" destId="{9633831D-A9CA-4F51-8D3C-967D44CA1BF0}" srcOrd="1" destOrd="0" presId="urn:microsoft.com/office/officeart/2018/2/layout/IconCircleList"/>
    <dgm:cxn modelId="{F713437C-45E5-4316-B6DE-2A3CA534E928}" type="presParOf" srcId="{4E2989F0-8781-46CE-82B4-28D6F82C727B}" destId="{56E6C0ED-2D9F-4EFE-BB96-397A7BA5E87F}" srcOrd="2" destOrd="0" presId="urn:microsoft.com/office/officeart/2018/2/layout/IconCircleList"/>
    <dgm:cxn modelId="{58C0BA90-8D19-4562-AD33-CF01A17D06B8}" type="presParOf" srcId="{4E2989F0-8781-46CE-82B4-28D6F82C727B}" destId="{8983BC21-77CB-4E74-B9CD-65F31529FC56}" srcOrd="3" destOrd="0" presId="urn:microsoft.com/office/officeart/2018/2/layout/IconCircleList"/>
    <dgm:cxn modelId="{733F7311-EE97-4B08-AAD8-A7159720D59D}" type="presParOf" srcId="{91DF5FB8-FE54-4EB4-B225-98776303FA35}" destId="{25DD23AC-6E34-4B26-8E21-1D44AC4DB039}" srcOrd="3" destOrd="0" presId="urn:microsoft.com/office/officeart/2018/2/layout/IconCircleList"/>
    <dgm:cxn modelId="{96B9130E-42EC-4207-B9EB-A2440B5D23A6}" type="presParOf" srcId="{91DF5FB8-FE54-4EB4-B225-98776303FA35}" destId="{265CDCFF-033F-43C4-AA5F-1F94416C0DC5}" srcOrd="4" destOrd="0" presId="urn:microsoft.com/office/officeart/2018/2/layout/IconCircleList"/>
    <dgm:cxn modelId="{EC3A7FF1-1515-4916-8E20-4ACD64785A8C}" type="presParOf" srcId="{265CDCFF-033F-43C4-AA5F-1F94416C0DC5}" destId="{76C25DA9-8B16-4DE0-BC86-5801CB17D0B2}" srcOrd="0" destOrd="0" presId="urn:microsoft.com/office/officeart/2018/2/layout/IconCircleList"/>
    <dgm:cxn modelId="{25F9D366-B326-42AF-9F2A-8234CE295FF4}" type="presParOf" srcId="{265CDCFF-033F-43C4-AA5F-1F94416C0DC5}" destId="{D5813CC5-4F4D-443E-B988-214BFB852E09}" srcOrd="1" destOrd="0" presId="urn:microsoft.com/office/officeart/2018/2/layout/IconCircleList"/>
    <dgm:cxn modelId="{9E4D5E66-0BFC-4D69-866A-26474E83463D}" type="presParOf" srcId="{265CDCFF-033F-43C4-AA5F-1F94416C0DC5}" destId="{40F37319-A441-48AB-88B2-FA0ECD373AA8}" srcOrd="2" destOrd="0" presId="urn:microsoft.com/office/officeart/2018/2/layout/IconCircleList"/>
    <dgm:cxn modelId="{14910350-B957-4DE4-8A89-10B8D3A3F726}" type="presParOf" srcId="{265CDCFF-033F-43C4-AA5F-1F94416C0DC5}" destId="{52C8CCF7-A598-4E0B-BE8A-3977677AE546}" srcOrd="3" destOrd="0" presId="urn:microsoft.com/office/officeart/2018/2/layout/IconCircleList"/>
    <dgm:cxn modelId="{2D6A3C3C-1925-466E-AAC6-C69C0F82C9BD}" type="presParOf" srcId="{91DF5FB8-FE54-4EB4-B225-98776303FA35}" destId="{1E1FC437-EA7B-41F8-8A2A-6C53DF05CB00}" srcOrd="5" destOrd="0" presId="urn:microsoft.com/office/officeart/2018/2/layout/IconCircleList"/>
    <dgm:cxn modelId="{AC92653D-69AC-4BED-A4E4-9107DF94D254}" type="presParOf" srcId="{91DF5FB8-FE54-4EB4-B225-98776303FA35}" destId="{216E7CCF-E9E2-4620-A41C-097541F43EA8}" srcOrd="6" destOrd="0" presId="urn:microsoft.com/office/officeart/2018/2/layout/IconCircleList"/>
    <dgm:cxn modelId="{8A3C2C03-8499-4639-8640-3BFC8294EFF4}" type="presParOf" srcId="{216E7CCF-E9E2-4620-A41C-097541F43EA8}" destId="{49E1016D-3927-45C7-8684-6C694AEFDCEF}" srcOrd="0" destOrd="0" presId="urn:microsoft.com/office/officeart/2018/2/layout/IconCircleList"/>
    <dgm:cxn modelId="{3A103DC0-F5D5-4AC8-A07B-A9C02AC9884C}" type="presParOf" srcId="{216E7CCF-E9E2-4620-A41C-097541F43EA8}" destId="{CD9840EA-D087-42C5-AD1B-24F73CA01D67}" srcOrd="1" destOrd="0" presId="urn:microsoft.com/office/officeart/2018/2/layout/IconCircleList"/>
    <dgm:cxn modelId="{5B21AFB0-A5A9-4635-B5A2-20A1606C8321}" type="presParOf" srcId="{216E7CCF-E9E2-4620-A41C-097541F43EA8}" destId="{9E9EAECF-0139-4BE2-83FC-0990217B83D6}" srcOrd="2" destOrd="0" presId="urn:microsoft.com/office/officeart/2018/2/layout/IconCircleList"/>
    <dgm:cxn modelId="{6FDC0BC3-D8E3-4E44-B379-E6FB00BDC19D}" type="presParOf" srcId="{216E7CCF-E9E2-4620-A41C-097541F43EA8}" destId="{EC6B687C-452D-4F4E-A133-C953B84176F6}" srcOrd="3" destOrd="0" presId="urn:microsoft.com/office/officeart/2018/2/layout/IconCircleList"/>
    <dgm:cxn modelId="{EEC5EDAC-D47B-400E-8C7E-4C7955099C2A}" type="presParOf" srcId="{91DF5FB8-FE54-4EB4-B225-98776303FA35}" destId="{4A42B166-6B72-433C-9C9A-1781AC5DE370}" srcOrd="7" destOrd="0" presId="urn:microsoft.com/office/officeart/2018/2/layout/IconCircleList"/>
    <dgm:cxn modelId="{24C6887E-0CF7-4F82-8FAF-069C7FFBCF53}" type="presParOf" srcId="{91DF5FB8-FE54-4EB4-B225-98776303FA35}" destId="{DC459DC2-4FDF-4C52-BFBD-5E0D92D5B9D6}" srcOrd="8" destOrd="0" presId="urn:microsoft.com/office/officeart/2018/2/layout/IconCircleList"/>
    <dgm:cxn modelId="{2EA0DC6C-C88A-420D-B5C1-4A24C36A8F5A}" type="presParOf" srcId="{DC459DC2-4FDF-4C52-BFBD-5E0D92D5B9D6}" destId="{08991BEE-8F08-4932-8C96-3FC6F3707760}" srcOrd="0" destOrd="0" presId="urn:microsoft.com/office/officeart/2018/2/layout/IconCircleList"/>
    <dgm:cxn modelId="{BFAD98B8-33EB-4C66-B4B3-74791E798549}" type="presParOf" srcId="{DC459DC2-4FDF-4C52-BFBD-5E0D92D5B9D6}" destId="{ED38238E-201C-46D4-BD58-1B691741F6AF}" srcOrd="1" destOrd="0" presId="urn:microsoft.com/office/officeart/2018/2/layout/IconCircleList"/>
    <dgm:cxn modelId="{653C3EF9-894E-48C4-9BBE-12CA369DD151}" type="presParOf" srcId="{DC459DC2-4FDF-4C52-BFBD-5E0D92D5B9D6}" destId="{302B7157-FB2F-416E-8F91-0DF7EF522100}" srcOrd="2" destOrd="0" presId="urn:microsoft.com/office/officeart/2018/2/layout/IconCircleList"/>
    <dgm:cxn modelId="{96EB46B3-3051-49D8-B13E-A9C84C3EDEF6}" type="presParOf" srcId="{DC459DC2-4FDF-4C52-BFBD-5E0D92D5B9D6}" destId="{889113D4-40D4-4861-8C7B-6CC34BFE3830}" srcOrd="3" destOrd="0" presId="urn:microsoft.com/office/officeart/2018/2/layout/IconCircleList"/>
    <dgm:cxn modelId="{109EFC2F-B900-4659-BD9A-4B8030C80C7D}" type="presParOf" srcId="{91DF5FB8-FE54-4EB4-B225-98776303FA35}" destId="{782D39D1-4B5E-4EF6-A780-18EFC17B2241}" srcOrd="9" destOrd="0" presId="urn:microsoft.com/office/officeart/2018/2/layout/IconCircleList"/>
    <dgm:cxn modelId="{DF3296F8-A347-49CB-8EC9-CC9E2C364DC3}" type="presParOf" srcId="{91DF5FB8-FE54-4EB4-B225-98776303FA35}" destId="{B79AE3C7-7B9C-43DC-9BAA-D24921F6A715}" srcOrd="10" destOrd="0" presId="urn:microsoft.com/office/officeart/2018/2/layout/IconCircleList"/>
    <dgm:cxn modelId="{15DF2221-929C-4B95-A24C-34C76ABB1226}" type="presParOf" srcId="{B79AE3C7-7B9C-43DC-9BAA-D24921F6A715}" destId="{24FE2FE6-0004-45D9-A761-6A12DF04496E}" srcOrd="0" destOrd="0" presId="urn:microsoft.com/office/officeart/2018/2/layout/IconCircleList"/>
    <dgm:cxn modelId="{14B74CE4-C56A-4096-894C-E468D48CC711}" type="presParOf" srcId="{B79AE3C7-7B9C-43DC-9BAA-D24921F6A715}" destId="{FA3661E3-340C-4B4E-B923-8FD243C1D363}" srcOrd="1" destOrd="0" presId="urn:microsoft.com/office/officeart/2018/2/layout/IconCircleList"/>
    <dgm:cxn modelId="{57081315-470D-4881-BF23-84F725CC65AC}" type="presParOf" srcId="{B79AE3C7-7B9C-43DC-9BAA-D24921F6A715}" destId="{A93C8562-2879-4C0F-BA90-9BE6E799E442}" srcOrd="2" destOrd="0" presId="urn:microsoft.com/office/officeart/2018/2/layout/IconCircleList"/>
    <dgm:cxn modelId="{BEE3BF6C-B301-4302-83C8-45250E9A2A46}" type="presParOf" srcId="{B79AE3C7-7B9C-43DC-9BAA-D24921F6A715}" destId="{3410EDFA-EF9E-4D5D-9FEF-719AFD8F6A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FCFE0D-EE98-4D2F-A6F8-D8231FB3E166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E9158C4-828D-4908-8DD0-81F08A3962FA}">
      <dgm:prSet/>
      <dgm:spPr/>
      <dgm:t>
        <a:bodyPr/>
        <a:lstStyle/>
        <a:p>
          <a:r>
            <a:rPr lang="en-US" b="1"/>
            <a:t>Dataset Overview</a:t>
          </a:r>
          <a:endParaRPr lang="en-US"/>
        </a:p>
      </dgm:t>
    </dgm:pt>
    <dgm:pt modelId="{45EAA418-EC3A-48A2-B294-73C64BE70F2A}" type="parTrans" cxnId="{28163FAB-8DBE-4B1B-A870-D68798A68AF1}">
      <dgm:prSet/>
      <dgm:spPr/>
      <dgm:t>
        <a:bodyPr/>
        <a:lstStyle/>
        <a:p>
          <a:endParaRPr lang="en-US"/>
        </a:p>
      </dgm:t>
    </dgm:pt>
    <dgm:pt modelId="{6092FE23-247D-4023-8AEB-F0937E7FFB53}" type="sibTrans" cxnId="{28163FAB-8DBE-4B1B-A870-D68798A68AF1}">
      <dgm:prSet/>
      <dgm:spPr/>
      <dgm:t>
        <a:bodyPr/>
        <a:lstStyle/>
        <a:p>
          <a:endParaRPr lang="en-US"/>
        </a:p>
      </dgm:t>
    </dgm:pt>
    <dgm:pt modelId="{F9D03DAE-9DA8-4706-815B-26D68E45A6D6}">
      <dgm:prSet/>
      <dgm:spPr/>
      <dgm:t>
        <a:bodyPr/>
        <a:lstStyle/>
        <a:p>
          <a:r>
            <a:rPr lang="en-US"/>
            <a:t>Period covered: 2020–2021 (Quarterly Sales)</a:t>
          </a:r>
        </a:p>
      </dgm:t>
    </dgm:pt>
    <dgm:pt modelId="{1F1D0C00-F4AF-4B06-AD3E-807C08B46191}" type="parTrans" cxnId="{A33ADC7D-293A-48C2-88E3-4D5309AF249B}">
      <dgm:prSet/>
      <dgm:spPr/>
      <dgm:t>
        <a:bodyPr/>
        <a:lstStyle/>
        <a:p>
          <a:endParaRPr lang="en-US"/>
        </a:p>
      </dgm:t>
    </dgm:pt>
    <dgm:pt modelId="{0830283D-E43E-4906-879F-A73436962803}" type="sibTrans" cxnId="{A33ADC7D-293A-48C2-88E3-4D5309AF249B}">
      <dgm:prSet/>
      <dgm:spPr/>
      <dgm:t>
        <a:bodyPr/>
        <a:lstStyle/>
        <a:p>
          <a:endParaRPr lang="en-US"/>
        </a:p>
      </dgm:t>
    </dgm:pt>
    <dgm:pt modelId="{35A78729-CA4D-44D5-8961-79B5C0A36E74}">
      <dgm:prSet/>
      <dgm:spPr/>
      <dgm:t>
        <a:bodyPr/>
        <a:lstStyle/>
        <a:p>
          <a:r>
            <a:rPr lang="en-US"/>
            <a:t>Metrics included: Total Sales, Units Sold, Operating Profit, Margin, Sales Method, Region, Retailer, Product Category</a:t>
          </a:r>
        </a:p>
      </dgm:t>
    </dgm:pt>
    <dgm:pt modelId="{09E03972-939C-478D-8FFB-ABAC5D16527F}" type="parTrans" cxnId="{56AB7115-F85C-4947-9A38-17BE8A7F0998}">
      <dgm:prSet/>
      <dgm:spPr/>
      <dgm:t>
        <a:bodyPr/>
        <a:lstStyle/>
        <a:p>
          <a:endParaRPr lang="en-US"/>
        </a:p>
      </dgm:t>
    </dgm:pt>
    <dgm:pt modelId="{BB15420D-A729-4F06-AE46-B30A0B2CD4F1}" type="sibTrans" cxnId="{56AB7115-F85C-4947-9A38-17BE8A7F0998}">
      <dgm:prSet/>
      <dgm:spPr/>
      <dgm:t>
        <a:bodyPr/>
        <a:lstStyle/>
        <a:p>
          <a:endParaRPr lang="en-US"/>
        </a:p>
      </dgm:t>
    </dgm:pt>
    <dgm:pt modelId="{9BC72FF6-A7D6-4227-8A9B-DCBDDA0EB30D}">
      <dgm:prSet/>
      <dgm:spPr/>
      <dgm:t>
        <a:bodyPr/>
        <a:lstStyle/>
        <a:p>
          <a:r>
            <a:rPr lang="en-US"/>
            <a:t>Total Sales in dataset = </a:t>
          </a:r>
          <a:r>
            <a:rPr lang="en-GB" b="1"/>
            <a:t>$899,902,125 </a:t>
          </a:r>
          <a:endParaRPr lang="en-US"/>
        </a:p>
      </dgm:t>
    </dgm:pt>
    <dgm:pt modelId="{926E3883-BE65-4D58-B995-21703D830E0B}" type="parTrans" cxnId="{82590D04-5480-4D10-BABD-BF0CAB76F165}">
      <dgm:prSet/>
      <dgm:spPr/>
      <dgm:t>
        <a:bodyPr/>
        <a:lstStyle/>
        <a:p>
          <a:endParaRPr lang="en-US"/>
        </a:p>
      </dgm:t>
    </dgm:pt>
    <dgm:pt modelId="{7537A83D-11E8-41FB-8A56-144492A25891}" type="sibTrans" cxnId="{82590D04-5480-4D10-BABD-BF0CAB76F165}">
      <dgm:prSet/>
      <dgm:spPr/>
      <dgm:t>
        <a:bodyPr/>
        <a:lstStyle/>
        <a:p>
          <a:endParaRPr lang="en-US"/>
        </a:p>
      </dgm:t>
    </dgm:pt>
    <dgm:pt modelId="{CC1F8C49-7B92-452C-860F-9D0F48AA372F}" type="pres">
      <dgm:prSet presAssocID="{71FCFE0D-EE98-4D2F-A6F8-D8231FB3E166}" presName="linear" presStyleCnt="0">
        <dgm:presLayoutVars>
          <dgm:animLvl val="lvl"/>
          <dgm:resizeHandles val="exact"/>
        </dgm:presLayoutVars>
      </dgm:prSet>
      <dgm:spPr/>
    </dgm:pt>
    <dgm:pt modelId="{742ACE2E-AF57-41D1-B7F2-AC8C23F8BEEE}" type="pres">
      <dgm:prSet presAssocID="{AE9158C4-828D-4908-8DD0-81F08A3962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126D8D0-9ED6-4E6D-9480-C656AA6509E6}" type="pres">
      <dgm:prSet presAssocID="{AE9158C4-828D-4908-8DD0-81F08A3962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2590D04-5480-4D10-BABD-BF0CAB76F165}" srcId="{AE9158C4-828D-4908-8DD0-81F08A3962FA}" destId="{9BC72FF6-A7D6-4227-8A9B-DCBDDA0EB30D}" srcOrd="2" destOrd="0" parTransId="{926E3883-BE65-4D58-B995-21703D830E0B}" sibTransId="{7537A83D-11E8-41FB-8A56-144492A25891}"/>
    <dgm:cxn modelId="{56AB7115-F85C-4947-9A38-17BE8A7F0998}" srcId="{AE9158C4-828D-4908-8DD0-81F08A3962FA}" destId="{35A78729-CA4D-44D5-8961-79B5C0A36E74}" srcOrd="1" destOrd="0" parTransId="{09E03972-939C-478D-8FFB-ABAC5D16527F}" sibTransId="{BB15420D-A729-4F06-AE46-B30A0B2CD4F1}"/>
    <dgm:cxn modelId="{7A54B01A-4F18-4448-9AE4-84F6D44131DD}" type="presOf" srcId="{AE9158C4-828D-4908-8DD0-81F08A3962FA}" destId="{742ACE2E-AF57-41D1-B7F2-AC8C23F8BEEE}" srcOrd="0" destOrd="0" presId="urn:microsoft.com/office/officeart/2005/8/layout/vList2"/>
    <dgm:cxn modelId="{1E97AB3A-855F-4909-80DA-6623F3295207}" type="presOf" srcId="{F9D03DAE-9DA8-4706-815B-26D68E45A6D6}" destId="{3126D8D0-9ED6-4E6D-9480-C656AA6509E6}" srcOrd="0" destOrd="0" presId="urn:microsoft.com/office/officeart/2005/8/layout/vList2"/>
    <dgm:cxn modelId="{DE135044-36B2-4AD7-AEF9-D78EA99165E9}" type="presOf" srcId="{9BC72FF6-A7D6-4227-8A9B-DCBDDA0EB30D}" destId="{3126D8D0-9ED6-4E6D-9480-C656AA6509E6}" srcOrd="0" destOrd="2" presId="urn:microsoft.com/office/officeart/2005/8/layout/vList2"/>
    <dgm:cxn modelId="{A33ADC7D-293A-48C2-88E3-4D5309AF249B}" srcId="{AE9158C4-828D-4908-8DD0-81F08A3962FA}" destId="{F9D03DAE-9DA8-4706-815B-26D68E45A6D6}" srcOrd="0" destOrd="0" parTransId="{1F1D0C00-F4AF-4B06-AD3E-807C08B46191}" sibTransId="{0830283D-E43E-4906-879F-A73436962803}"/>
    <dgm:cxn modelId="{655ACEA3-B7DA-487D-A852-61E5E3410485}" type="presOf" srcId="{71FCFE0D-EE98-4D2F-A6F8-D8231FB3E166}" destId="{CC1F8C49-7B92-452C-860F-9D0F48AA372F}" srcOrd="0" destOrd="0" presId="urn:microsoft.com/office/officeart/2005/8/layout/vList2"/>
    <dgm:cxn modelId="{E239FEA3-095F-4D45-8FDC-03F77D0812B0}" type="presOf" srcId="{35A78729-CA4D-44D5-8961-79B5C0A36E74}" destId="{3126D8D0-9ED6-4E6D-9480-C656AA6509E6}" srcOrd="0" destOrd="1" presId="urn:microsoft.com/office/officeart/2005/8/layout/vList2"/>
    <dgm:cxn modelId="{28163FAB-8DBE-4B1B-A870-D68798A68AF1}" srcId="{71FCFE0D-EE98-4D2F-A6F8-D8231FB3E166}" destId="{AE9158C4-828D-4908-8DD0-81F08A3962FA}" srcOrd="0" destOrd="0" parTransId="{45EAA418-EC3A-48A2-B294-73C64BE70F2A}" sibTransId="{6092FE23-247D-4023-8AEB-F0937E7FFB53}"/>
    <dgm:cxn modelId="{270B3252-1F3B-4731-8B3D-F0CB4162537B}" type="presParOf" srcId="{CC1F8C49-7B92-452C-860F-9D0F48AA372F}" destId="{742ACE2E-AF57-41D1-B7F2-AC8C23F8BEEE}" srcOrd="0" destOrd="0" presId="urn:microsoft.com/office/officeart/2005/8/layout/vList2"/>
    <dgm:cxn modelId="{33D9D21B-4B95-4550-8B8E-E9257358A3ED}" type="presParOf" srcId="{CC1F8C49-7B92-452C-860F-9D0F48AA372F}" destId="{3126D8D0-9ED6-4E6D-9480-C656AA6509E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85FB13-2517-4EA1-AD6A-CFBF55A67D3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AC03CC-75D9-40E9-9F3C-57556061AB88}">
      <dgm:prSet/>
      <dgm:spPr/>
      <dgm:t>
        <a:bodyPr/>
        <a:lstStyle/>
        <a:p>
          <a:r>
            <a:rPr lang="en-GB" b="1"/>
            <a:t>Product Strategy</a:t>
          </a:r>
          <a:endParaRPr lang="en-US"/>
        </a:p>
      </dgm:t>
    </dgm:pt>
    <dgm:pt modelId="{A38C1653-C23F-47C6-9108-16C7764B812C}" type="parTrans" cxnId="{5B5340CE-9813-4624-8487-A8D87913350F}">
      <dgm:prSet/>
      <dgm:spPr/>
      <dgm:t>
        <a:bodyPr/>
        <a:lstStyle/>
        <a:p>
          <a:endParaRPr lang="en-US"/>
        </a:p>
      </dgm:t>
    </dgm:pt>
    <dgm:pt modelId="{FBFCB6A3-DCD8-4FFC-8825-5194615037B9}" type="sibTrans" cxnId="{5B5340CE-9813-4624-8487-A8D87913350F}">
      <dgm:prSet/>
      <dgm:spPr/>
      <dgm:t>
        <a:bodyPr/>
        <a:lstStyle/>
        <a:p>
          <a:endParaRPr lang="en-US"/>
        </a:p>
      </dgm:t>
    </dgm:pt>
    <dgm:pt modelId="{5F48E2B8-B331-45AD-B37B-3078D117AE0B}">
      <dgm:prSet/>
      <dgm:spPr>
        <a:solidFill>
          <a:schemeClr val="accent1"/>
        </a:solidFill>
      </dgm:spPr>
      <dgm:t>
        <a:bodyPr/>
        <a:lstStyle/>
        <a:p>
          <a:r>
            <a:rPr lang="en-GB"/>
            <a:t>Keep men’s footwear as core revenue driver.</a:t>
          </a:r>
          <a:endParaRPr lang="en-US"/>
        </a:p>
      </dgm:t>
    </dgm:pt>
    <dgm:pt modelId="{53325FD7-D8EF-465A-AD54-90567AD92EB9}" type="parTrans" cxnId="{5A35202E-F7A7-488E-93F9-559372031D1C}">
      <dgm:prSet/>
      <dgm:spPr/>
      <dgm:t>
        <a:bodyPr/>
        <a:lstStyle/>
        <a:p>
          <a:endParaRPr lang="en-US"/>
        </a:p>
      </dgm:t>
    </dgm:pt>
    <dgm:pt modelId="{D54A6400-07AC-4870-B8AA-6DB2216C289D}" type="sibTrans" cxnId="{5A35202E-F7A7-488E-93F9-559372031D1C}">
      <dgm:prSet/>
      <dgm:spPr/>
      <dgm:t>
        <a:bodyPr/>
        <a:lstStyle/>
        <a:p>
          <a:endParaRPr lang="en-US"/>
        </a:p>
      </dgm:t>
    </dgm:pt>
    <dgm:pt modelId="{CCCE8675-BC19-4E3D-8AE8-5A0F03B4685E}">
      <dgm:prSet/>
      <dgm:spPr/>
      <dgm:t>
        <a:bodyPr/>
        <a:lstStyle/>
        <a:p>
          <a:r>
            <a:rPr lang="en-GB"/>
            <a:t>Revamp women’s athletic footwear line (collabs, influencer marketing).</a:t>
          </a:r>
          <a:endParaRPr lang="en-US"/>
        </a:p>
      </dgm:t>
    </dgm:pt>
    <dgm:pt modelId="{AD7EEE58-A601-40DF-BD0C-C3DD39CCB825}" type="parTrans" cxnId="{EEEACB21-55A7-43AB-92AC-288A56E432B3}">
      <dgm:prSet/>
      <dgm:spPr/>
      <dgm:t>
        <a:bodyPr/>
        <a:lstStyle/>
        <a:p>
          <a:endParaRPr lang="en-US"/>
        </a:p>
      </dgm:t>
    </dgm:pt>
    <dgm:pt modelId="{3FB90DEA-9057-46FB-A580-1691D23633B0}" type="sibTrans" cxnId="{EEEACB21-55A7-43AB-92AC-288A56E432B3}">
      <dgm:prSet/>
      <dgm:spPr/>
      <dgm:t>
        <a:bodyPr/>
        <a:lstStyle/>
        <a:p>
          <a:endParaRPr lang="en-US"/>
        </a:p>
      </dgm:t>
    </dgm:pt>
    <dgm:pt modelId="{50893958-609D-4871-8EE1-1C810D5EE90A}">
      <dgm:prSet/>
      <dgm:spPr/>
      <dgm:t>
        <a:bodyPr/>
        <a:lstStyle/>
        <a:p>
          <a:r>
            <a:rPr lang="en-GB"/>
            <a:t>Stabilize apparel with trend-based &amp; seasonal collections.</a:t>
          </a:r>
          <a:endParaRPr lang="en-US"/>
        </a:p>
      </dgm:t>
    </dgm:pt>
    <dgm:pt modelId="{902FF306-C6C8-42E6-8608-7F8A4EC1E524}" type="parTrans" cxnId="{DBB3D72A-1162-42D5-90E8-3996A96A4F15}">
      <dgm:prSet/>
      <dgm:spPr/>
      <dgm:t>
        <a:bodyPr/>
        <a:lstStyle/>
        <a:p>
          <a:endParaRPr lang="en-US"/>
        </a:p>
      </dgm:t>
    </dgm:pt>
    <dgm:pt modelId="{1D75C069-7664-4BCA-8388-8F0B57321F85}" type="sibTrans" cxnId="{DBB3D72A-1162-42D5-90E8-3996A96A4F15}">
      <dgm:prSet/>
      <dgm:spPr/>
      <dgm:t>
        <a:bodyPr/>
        <a:lstStyle/>
        <a:p>
          <a:endParaRPr lang="en-US"/>
        </a:p>
      </dgm:t>
    </dgm:pt>
    <dgm:pt modelId="{83374C10-E645-47CE-B079-136AC33D8E55}">
      <dgm:prSet/>
      <dgm:spPr/>
      <dgm:t>
        <a:bodyPr/>
        <a:lstStyle/>
        <a:p>
          <a:r>
            <a:rPr lang="en-GB" b="1"/>
            <a:t>Channel Optimization</a:t>
          </a:r>
          <a:endParaRPr lang="en-US"/>
        </a:p>
      </dgm:t>
    </dgm:pt>
    <dgm:pt modelId="{2C71DB37-CD4A-48B1-8519-57F4895DD7E3}" type="parTrans" cxnId="{886BFFCD-0C3A-4635-ABD3-C09F710A8DA2}">
      <dgm:prSet/>
      <dgm:spPr/>
      <dgm:t>
        <a:bodyPr/>
        <a:lstStyle/>
        <a:p>
          <a:endParaRPr lang="en-US"/>
        </a:p>
      </dgm:t>
    </dgm:pt>
    <dgm:pt modelId="{F3DDFF35-9611-47C1-8371-1C0206CCB03B}" type="sibTrans" cxnId="{886BFFCD-0C3A-4635-ABD3-C09F710A8DA2}">
      <dgm:prSet/>
      <dgm:spPr/>
      <dgm:t>
        <a:bodyPr/>
        <a:lstStyle/>
        <a:p>
          <a:endParaRPr lang="en-US"/>
        </a:p>
      </dgm:t>
    </dgm:pt>
    <dgm:pt modelId="{FC1D1011-AD1B-42AB-83B9-FDB8E3A8876B}">
      <dgm:prSet/>
      <dgm:spPr/>
      <dgm:t>
        <a:bodyPr/>
        <a:lstStyle/>
        <a:p>
          <a:r>
            <a:rPr lang="en-GB"/>
            <a:t>Strengthen e-commerce (mobile-first, loyalty programs).</a:t>
          </a:r>
          <a:endParaRPr lang="en-US"/>
        </a:p>
      </dgm:t>
    </dgm:pt>
    <dgm:pt modelId="{E6FE31CC-5D17-4FBC-9505-B80013FF4316}" type="parTrans" cxnId="{15069478-39A2-4828-8EA5-67A0AD873AE9}">
      <dgm:prSet/>
      <dgm:spPr/>
      <dgm:t>
        <a:bodyPr/>
        <a:lstStyle/>
        <a:p>
          <a:endParaRPr lang="en-US"/>
        </a:p>
      </dgm:t>
    </dgm:pt>
    <dgm:pt modelId="{EFFAF9C7-6240-410E-98CA-7CE123298B2F}" type="sibTrans" cxnId="{15069478-39A2-4828-8EA5-67A0AD873AE9}">
      <dgm:prSet/>
      <dgm:spPr/>
      <dgm:t>
        <a:bodyPr/>
        <a:lstStyle/>
        <a:p>
          <a:endParaRPr lang="en-US"/>
        </a:p>
      </dgm:t>
    </dgm:pt>
    <dgm:pt modelId="{C6CAEC5B-328A-43B3-8C42-FDD3AA9B64FE}">
      <dgm:prSet/>
      <dgm:spPr/>
      <dgm:t>
        <a:bodyPr/>
        <a:lstStyle/>
        <a:p>
          <a:r>
            <a:rPr lang="en-GB"/>
            <a:t>Integrate omnichannel (online orders + in-store pickup).</a:t>
          </a:r>
          <a:endParaRPr lang="en-US"/>
        </a:p>
      </dgm:t>
    </dgm:pt>
    <dgm:pt modelId="{716EA53C-86FC-4775-8A4C-B59A2A2853AE}" type="parTrans" cxnId="{E3C800D7-FAB7-415F-AB24-C4A3FAD93187}">
      <dgm:prSet/>
      <dgm:spPr/>
      <dgm:t>
        <a:bodyPr/>
        <a:lstStyle/>
        <a:p>
          <a:endParaRPr lang="en-US"/>
        </a:p>
      </dgm:t>
    </dgm:pt>
    <dgm:pt modelId="{DAAECD0F-DF71-435B-B29D-33EC1CB4738F}" type="sibTrans" cxnId="{E3C800D7-FAB7-415F-AB24-C4A3FAD93187}">
      <dgm:prSet/>
      <dgm:spPr/>
      <dgm:t>
        <a:bodyPr/>
        <a:lstStyle/>
        <a:p>
          <a:endParaRPr lang="en-US"/>
        </a:p>
      </dgm:t>
    </dgm:pt>
    <dgm:pt modelId="{025A3F24-DCB7-4A7D-8C53-CD2EFA6405CA}">
      <dgm:prSet/>
      <dgm:spPr/>
      <dgm:t>
        <a:bodyPr/>
        <a:lstStyle/>
        <a:p>
          <a:r>
            <a:rPr lang="en-GB"/>
            <a:t>Maintain in-store experience for flagship launches.</a:t>
          </a:r>
          <a:endParaRPr lang="en-US"/>
        </a:p>
      </dgm:t>
    </dgm:pt>
    <dgm:pt modelId="{0B0F338A-3149-4B79-BB1C-AD5EFD51C294}" type="parTrans" cxnId="{2D32F211-58A5-4A34-AEB4-C284879AEAB8}">
      <dgm:prSet/>
      <dgm:spPr/>
      <dgm:t>
        <a:bodyPr/>
        <a:lstStyle/>
        <a:p>
          <a:endParaRPr lang="en-US"/>
        </a:p>
      </dgm:t>
    </dgm:pt>
    <dgm:pt modelId="{11B121A8-8DAA-47A4-8048-2D92C9C3FB95}" type="sibTrans" cxnId="{2D32F211-58A5-4A34-AEB4-C284879AEAB8}">
      <dgm:prSet/>
      <dgm:spPr/>
      <dgm:t>
        <a:bodyPr/>
        <a:lstStyle/>
        <a:p>
          <a:endParaRPr lang="en-US"/>
        </a:p>
      </dgm:t>
    </dgm:pt>
    <dgm:pt modelId="{19818BB2-5264-412C-8311-C5BF4905BE4A}">
      <dgm:prSet/>
      <dgm:spPr/>
      <dgm:t>
        <a:bodyPr/>
        <a:lstStyle/>
        <a:p>
          <a:r>
            <a:rPr lang="en-GB" b="1"/>
            <a:t>Regional Focus</a:t>
          </a:r>
          <a:endParaRPr lang="en-US"/>
        </a:p>
      </dgm:t>
    </dgm:pt>
    <dgm:pt modelId="{C957DFE0-6AB5-45FE-85AA-B3C5F17553C2}" type="parTrans" cxnId="{33378854-CA93-47C4-88CB-A2ED58D894B7}">
      <dgm:prSet/>
      <dgm:spPr/>
      <dgm:t>
        <a:bodyPr/>
        <a:lstStyle/>
        <a:p>
          <a:endParaRPr lang="en-US"/>
        </a:p>
      </dgm:t>
    </dgm:pt>
    <dgm:pt modelId="{B70EC027-A8B7-4D89-8F9B-5C7F8A7E4E11}" type="sibTrans" cxnId="{33378854-CA93-47C4-88CB-A2ED58D894B7}">
      <dgm:prSet/>
      <dgm:spPr/>
      <dgm:t>
        <a:bodyPr/>
        <a:lstStyle/>
        <a:p>
          <a:endParaRPr lang="en-US"/>
        </a:p>
      </dgm:t>
    </dgm:pt>
    <dgm:pt modelId="{F5ECB8C2-9B44-44C8-BB37-EEB59EC4B2D7}">
      <dgm:prSet/>
      <dgm:spPr/>
      <dgm:t>
        <a:bodyPr/>
        <a:lstStyle/>
        <a:p>
          <a:r>
            <a:rPr lang="en-GB"/>
            <a:t>Replicate West region’s strategies in Midwest.</a:t>
          </a:r>
          <a:endParaRPr lang="en-US"/>
        </a:p>
      </dgm:t>
    </dgm:pt>
    <dgm:pt modelId="{84F72F0A-D8C8-4B57-BC65-28BCDBF4C48F}" type="parTrans" cxnId="{3EC7A11A-304D-47BC-96C2-4BA3043F8541}">
      <dgm:prSet/>
      <dgm:spPr/>
      <dgm:t>
        <a:bodyPr/>
        <a:lstStyle/>
        <a:p>
          <a:endParaRPr lang="en-US"/>
        </a:p>
      </dgm:t>
    </dgm:pt>
    <dgm:pt modelId="{E9B0C1AB-6AC7-46DC-BF57-96ED782D0328}" type="sibTrans" cxnId="{3EC7A11A-304D-47BC-96C2-4BA3043F8541}">
      <dgm:prSet/>
      <dgm:spPr/>
      <dgm:t>
        <a:bodyPr/>
        <a:lstStyle/>
        <a:p>
          <a:endParaRPr lang="en-US"/>
        </a:p>
      </dgm:t>
    </dgm:pt>
    <dgm:pt modelId="{043159AC-1D46-4833-9887-044219A36E86}">
      <dgm:prSet/>
      <dgm:spPr/>
      <dgm:t>
        <a:bodyPr/>
        <a:lstStyle/>
        <a:p>
          <a:r>
            <a:rPr lang="en-GB"/>
            <a:t>Push women’s apparel in South (local demand).</a:t>
          </a:r>
          <a:endParaRPr lang="en-US"/>
        </a:p>
      </dgm:t>
    </dgm:pt>
    <dgm:pt modelId="{0F105E03-0AFC-4FDD-B357-03A35DF3E105}" type="parTrans" cxnId="{287AAB9C-3B59-4FE5-8586-CD12DFEA86D7}">
      <dgm:prSet/>
      <dgm:spPr/>
      <dgm:t>
        <a:bodyPr/>
        <a:lstStyle/>
        <a:p>
          <a:endParaRPr lang="en-US"/>
        </a:p>
      </dgm:t>
    </dgm:pt>
    <dgm:pt modelId="{78E0E791-F985-4E28-8A30-B6BF4E1034E1}" type="sibTrans" cxnId="{287AAB9C-3B59-4FE5-8586-CD12DFEA86D7}">
      <dgm:prSet/>
      <dgm:spPr/>
      <dgm:t>
        <a:bodyPr/>
        <a:lstStyle/>
        <a:p>
          <a:endParaRPr lang="en-US"/>
        </a:p>
      </dgm:t>
    </dgm:pt>
    <dgm:pt modelId="{6B8B3C22-067F-4377-BA5D-EF43598542DA}">
      <dgm:prSet/>
      <dgm:spPr/>
      <dgm:t>
        <a:bodyPr/>
        <a:lstStyle/>
        <a:p>
          <a:r>
            <a:rPr lang="en-GB"/>
            <a:t>Tailored promotions for Northeast &amp; Midwest to boost profit margins.</a:t>
          </a:r>
          <a:endParaRPr lang="en-US"/>
        </a:p>
      </dgm:t>
    </dgm:pt>
    <dgm:pt modelId="{D89E373C-5FB3-489F-9A0B-5C3E25127A68}" type="parTrans" cxnId="{8C23C471-B1F6-4638-B335-00DC675A86C2}">
      <dgm:prSet/>
      <dgm:spPr/>
      <dgm:t>
        <a:bodyPr/>
        <a:lstStyle/>
        <a:p>
          <a:endParaRPr lang="en-US"/>
        </a:p>
      </dgm:t>
    </dgm:pt>
    <dgm:pt modelId="{EEF97774-2993-4F3E-9A6F-029B1DFBE560}" type="sibTrans" cxnId="{8C23C471-B1F6-4638-B335-00DC675A86C2}">
      <dgm:prSet/>
      <dgm:spPr/>
      <dgm:t>
        <a:bodyPr/>
        <a:lstStyle/>
        <a:p>
          <a:endParaRPr lang="en-US"/>
        </a:p>
      </dgm:t>
    </dgm:pt>
    <dgm:pt modelId="{4AF1BCC6-E1E7-49C2-9885-E0E8E5891AED}">
      <dgm:prSet/>
      <dgm:spPr/>
      <dgm:t>
        <a:bodyPr/>
        <a:lstStyle/>
        <a:p>
          <a:r>
            <a:rPr lang="en-GB" b="1"/>
            <a:t>Retailer &amp; Partner Management</a:t>
          </a:r>
          <a:endParaRPr lang="en-US"/>
        </a:p>
      </dgm:t>
    </dgm:pt>
    <dgm:pt modelId="{AE388796-9F1A-4873-9A60-F19BED46E4B1}" type="parTrans" cxnId="{E5E1E717-D90F-4581-B1B8-FCE0F6989563}">
      <dgm:prSet/>
      <dgm:spPr/>
      <dgm:t>
        <a:bodyPr/>
        <a:lstStyle/>
        <a:p>
          <a:endParaRPr lang="en-US"/>
        </a:p>
      </dgm:t>
    </dgm:pt>
    <dgm:pt modelId="{9D78EE37-E395-4483-96DE-053890A70968}" type="sibTrans" cxnId="{E5E1E717-D90F-4581-B1B8-FCE0F6989563}">
      <dgm:prSet/>
      <dgm:spPr/>
      <dgm:t>
        <a:bodyPr/>
        <a:lstStyle/>
        <a:p>
          <a:endParaRPr lang="en-US"/>
        </a:p>
      </dgm:t>
    </dgm:pt>
    <dgm:pt modelId="{E8179E32-649D-4E6A-B7EF-77627714C072}">
      <dgm:prSet/>
      <dgm:spPr/>
      <dgm:t>
        <a:bodyPr/>
        <a:lstStyle/>
        <a:p>
          <a:r>
            <a:rPr lang="en-GB"/>
            <a:t>Deepen Foot Locker + West Gear partnerships.</a:t>
          </a:r>
          <a:endParaRPr lang="en-US"/>
        </a:p>
      </dgm:t>
    </dgm:pt>
    <dgm:pt modelId="{59D64D73-9F24-4002-A5B9-B6A2FC154765}" type="parTrans" cxnId="{9B143956-87CA-42C3-8304-6228DD8AC016}">
      <dgm:prSet/>
      <dgm:spPr/>
      <dgm:t>
        <a:bodyPr/>
        <a:lstStyle/>
        <a:p>
          <a:endParaRPr lang="en-US"/>
        </a:p>
      </dgm:t>
    </dgm:pt>
    <dgm:pt modelId="{95F617FA-F00E-4EF0-A456-16CB4B78FD6F}" type="sibTrans" cxnId="{9B143956-87CA-42C3-8304-6228DD8AC016}">
      <dgm:prSet/>
      <dgm:spPr/>
      <dgm:t>
        <a:bodyPr/>
        <a:lstStyle/>
        <a:p>
          <a:endParaRPr lang="en-US"/>
        </a:p>
      </dgm:t>
    </dgm:pt>
    <dgm:pt modelId="{709A04D0-2E1B-45E5-AC7A-9BAC9811066E}">
      <dgm:prSet/>
      <dgm:spPr/>
      <dgm:t>
        <a:bodyPr/>
        <a:lstStyle/>
        <a:p>
          <a:r>
            <a:rPr lang="en-GB"/>
            <a:t>Fix Walmart underperformance with exclusive lines.</a:t>
          </a:r>
          <a:endParaRPr lang="en-US"/>
        </a:p>
      </dgm:t>
    </dgm:pt>
    <dgm:pt modelId="{1DFF749C-7E35-455D-AFDA-58E5B1BAC821}" type="parTrans" cxnId="{9237BC58-5527-4B32-8D1D-A7424A803BAE}">
      <dgm:prSet/>
      <dgm:spPr/>
      <dgm:t>
        <a:bodyPr/>
        <a:lstStyle/>
        <a:p>
          <a:endParaRPr lang="en-US"/>
        </a:p>
      </dgm:t>
    </dgm:pt>
    <dgm:pt modelId="{D66F68D0-4FA6-4CE3-BFA1-4DCE9703C780}" type="sibTrans" cxnId="{9237BC58-5527-4B32-8D1D-A7424A803BAE}">
      <dgm:prSet/>
      <dgm:spPr/>
      <dgm:t>
        <a:bodyPr/>
        <a:lstStyle/>
        <a:p>
          <a:endParaRPr lang="en-US"/>
        </a:p>
      </dgm:t>
    </dgm:pt>
    <dgm:pt modelId="{D1CFFF3A-100E-4B14-B38A-ED8E1698ADED}">
      <dgm:prSet/>
      <dgm:spPr/>
      <dgm:t>
        <a:bodyPr/>
        <a:lstStyle/>
        <a:p>
          <a:r>
            <a:rPr lang="en-GB"/>
            <a:t>Expand steady growth on Amazon.</a:t>
          </a:r>
          <a:endParaRPr lang="en-US"/>
        </a:p>
      </dgm:t>
    </dgm:pt>
    <dgm:pt modelId="{6DF4BCB8-F2DD-4797-8A78-567928A07625}" type="parTrans" cxnId="{2B099832-E958-49A2-A393-BE348E5DCB01}">
      <dgm:prSet/>
      <dgm:spPr/>
      <dgm:t>
        <a:bodyPr/>
        <a:lstStyle/>
        <a:p>
          <a:endParaRPr lang="en-US"/>
        </a:p>
      </dgm:t>
    </dgm:pt>
    <dgm:pt modelId="{60558396-93AE-4A53-9C49-CA31E649A4FD}" type="sibTrans" cxnId="{2B099832-E958-49A2-A393-BE348E5DCB01}">
      <dgm:prSet/>
      <dgm:spPr/>
      <dgm:t>
        <a:bodyPr/>
        <a:lstStyle/>
        <a:p>
          <a:endParaRPr lang="en-US"/>
        </a:p>
      </dgm:t>
    </dgm:pt>
    <dgm:pt modelId="{9BBC1489-26AA-4972-ADE2-5AD844AFD7D4}">
      <dgm:prSet/>
      <dgm:spPr/>
      <dgm:t>
        <a:bodyPr/>
        <a:lstStyle/>
        <a:p>
          <a:r>
            <a:rPr lang="en-GB" b="1"/>
            <a:t>Demand Forecasting</a:t>
          </a:r>
          <a:endParaRPr lang="en-US"/>
        </a:p>
      </dgm:t>
    </dgm:pt>
    <dgm:pt modelId="{60B00009-8061-4B3A-9C0B-9F60800A5DAE}" type="parTrans" cxnId="{493DE9C0-63FC-4885-A783-596561E9B8A5}">
      <dgm:prSet/>
      <dgm:spPr/>
      <dgm:t>
        <a:bodyPr/>
        <a:lstStyle/>
        <a:p>
          <a:endParaRPr lang="en-US"/>
        </a:p>
      </dgm:t>
    </dgm:pt>
    <dgm:pt modelId="{E76466E2-DDE1-41A3-A8AE-809546E04C53}" type="sibTrans" cxnId="{493DE9C0-63FC-4885-A783-596561E9B8A5}">
      <dgm:prSet/>
      <dgm:spPr/>
      <dgm:t>
        <a:bodyPr/>
        <a:lstStyle/>
        <a:p>
          <a:endParaRPr lang="en-US"/>
        </a:p>
      </dgm:t>
    </dgm:pt>
    <dgm:pt modelId="{3506336C-9597-4A8B-B7F1-5F0CA9B4066C}">
      <dgm:prSet/>
      <dgm:spPr/>
      <dgm:t>
        <a:bodyPr/>
        <a:lstStyle/>
        <a:p>
          <a:r>
            <a:rPr lang="en-GB"/>
            <a:t>Prepare for Q3 spikes (stock footwear).</a:t>
          </a:r>
          <a:endParaRPr lang="en-US"/>
        </a:p>
      </dgm:t>
    </dgm:pt>
    <dgm:pt modelId="{75900E67-8E09-475F-B8C7-293F7BDB2386}" type="parTrans" cxnId="{1F683E65-474F-48E1-A993-AD174D794979}">
      <dgm:prSet/>
      <dgm:spPr/>
      <dgm:t>
        <a:bodyPr/>
        <a:lstStyle/>
        <a:p>
          <a:endParaRPr lang="en-US"/>
        </a:p>
      </dgm:t>
    </dgm:pt>
    <dgm:pt modelId="{8A990F90-4367-4DF1-9ED9-1DFA35CD1156}" type="sibTrans" cxnId="{1F683E65-474F-48E1-A993-AD174D794979}">
      <dgm:prSet/>
      <dgm:spPr/>
      <dgm:t>
        <a:bodyPr/>
        <a:lstStyle/>
        <a:p>
          <a:endParaRPr lang="en-US"/>
        </a:p>
      </dgm:t>
    </dgm:pt>
    <dgm:pt modelId="{E04A8408-89F1-47D5-BBCB-6DEF009D0C57}">
      <dgm:prSet/>
      <dgm:spPr/>
      <dgm:t>
        <a:bodyPr/>
        <a:lstStyle/>
        <a:p>
          <a:r>
            <a:rPr lang="en-GB"/>
            <a:t>Address Q4 decline with holiday campaigns.</a:t>
          </a:r>
          <a:endParaRPr lang="en-US"/>
        </a:p>
      </dgm:t>
    </dgm:pt>
    <dgm:pt modelId="{7778FAA6-4D08-4635-AC8E-F78A4BC9E638}" type="parTrans" cxnId="{1F1FBF27-3D89-4DD4-B6EF-4ABB7376C449}">
      <dgm:prSet/>
      <dgm:spPr/>
      <dgm:t>
        <a:bodyPr/>
        <a:lstStyle/>
        <a:p>
          <a:endParaRPr lang="en-US"/>
        </a:p>
      </dgm:t>
    </dgm:pt>
    <dgm:pt modelId="{7DF093CF-7E1B-475D-811A-51CFB74B7319}" type="sibTrans" cxnId="{1F1FBF27-3D89-4DD4-B6EF-4ABB7376C449}">
      <dgm:prSet/>
      <dgm:spPr/>
      <dgm:t>
        <a:bodyPr/>
        <a:lstStyle/>
        <a:p>
          <a:endParaRPr lang="en-US"/>
        </a:p>
      </dgm:t>
    </dgm:pt>
    <dgm:pt modelId="{C9F2FB20-AFC5-4B84-B7E2-28C040FC1CF1}">
      <dgm:prSet/>
      <dgm:spPr/>
      <dgm:t>
        <a:bodyPr/>
        <a:lstStyle/>
        <a:p>
          <a:r>
            <a:rPr lang="en-GB"/>
            <a:t>Invest in predictive analytics to align inventory with seasonal demand.</a:t>
          </a:r>
          <a:endParaRPr lang="en-US"/>
        </a:p>
      </dgm:t>
    </dgm:pt>
    <dgm:pt modelId="{C9BAE704-01B5-418D-B812-2A961D07E1B7}" type="parTrans" cxnId="{46B7DE11-33D8-469A-8161-02460D121EE4}">
      <dgm:prSet/>
      <dgm:spPr/>
      <dgm:t>
        <a:bodyPr/>
        <a:lstStyle/>
        <a:p>
          <a:endParaRPr lang="en-US"/>
        </a:p>
      </dgm:t>
    </dgm:pt>
    <dgm:pt modelId="{B36E0994-4FD4-404A-A805-BE5487A01EB5}" type="sibTrans" cxnId="{46B7DE11-33D8-469A-8161-02460D121EE4}">
      <dgm:prSet/>
      <dgm:spPr/>
      <dgm:t>
        <a:bodyPr/>
        <a:lstStyle/>
        <a:p>
          <a:endParaRPr lang="en-US"/>
        </a:p>
      </dgm:t>
    </dgm:pt>
    <dgm:pt modelId="{E92B3E63-9A47-4F1A-B875-7AA9AB6A871E}" type="pres">
      <dgm:prSet presAssocID="{E885FB13-2517-4EA1-AD6A-CFBF55A67D3D}" presName="Name0" presStyleCnt="0">
        <dgm:presLayoutVars>
          <dgm:dir/>
          <dgm:resizeHandles val="exact"/>
        </dgm:presLayoutVars>
      </dgm:prSet>
      <dgm:spPr/>
    </dgm:pt>
    <dgm:pt modelId="{820A0405-BF65-45AF-9FC8-D2592DBA2BE3}" type="pres">
      <dgm:prSet presAssocID="{D8AC03CC-75D9-40E9-9F3C-57556061AB88}" presName="node" presStyleLbl="node1" presStyleIdx="0" presStyleCnt="20">
        <dgm:presLayoutVars>
          <dgm:bulletEnabled val="1"/>
        </dgm:presLayoutVars>
      </dgm:prSet>
      <dgm:spPr/>
    </dgm:pt>
    <dgm:pt modelId="{9CCAB832-9D04-4CC2-AFA8-CCF0A1125658}" type="pres">
      <dgm:prSet presAssocID="{FBFCB6A3-DCD8-4FFC-8825-5194615037B9}" presName="sibTrans" presStyleLbl="sibTrans1D1" presStyleIdx="0" presStyleCnt="19"/>
      <dgm:spPr/>
    </dgm:pt>
    <dgm:pt modelId="{14879E6C-5453-4495-AB9F-B26CAB625009}" type="pres">
      <dgm:prSet presAssocID="{FBFCB6A3-DCD8-4FFC-8825-5194615037B9}" presName="connectorText" presStyleLbl="sibTrans1D1" presStyleIdx="0" presStyleCnt="19"/>
      <dgm:spPr/>
    </dgm:pt>
    <dgm:pt modelId="{45F2BD3C-144B-4A7E-9FCC-F77FCD3DBD98}" type="pres">
      <dgm:prSet presAssocID="{5F48E2B8-B331-45AD-B37B-3078D117AE0B}" presName="node" presStyleLbl="node1" presStyleIdx="1" presStyleCnt="20">
        <dgm:presLayoutVars>
          <dgm:bulletEnabled val="1"/>
        </dgm:presLayoutVars>
      </dgm:prSet>
      <dgm:spPr/>
    </dgm:pt>
    <dgm:pt modelId="{CF07546C-9378-4CF3-9AB4-8DDE6671A659}" type="pres">
      <dgm:prSet presAssocID="{D54A6400-07AC-4870-B8AA-6DB2216C289D}" presName="sibTrans" presStyleLbl="sibTrans1D1" presStyleIdx="1" presStyleCnt="19"/>
      <dgm:spPr/>
    </dgm:pt>
    <dgm:pt modelId="{D2E92F81-3F12-44DF-8248-27E51CAB9C64}" type="pres">
      <dgm:prSet presAssocID="{D54A6400-07AC-4870-B8AA-6DB2216C289D}" presName="connectorText" presStyleLbl="sibTrans1D1" presStyleIdx="1" presStyleCnt="19"/>
      <dgm:spPr/>
    </dgm:pt>
    <dgm:pt modelId="{E8EC201C-358F-41CB-8798-33B2CEB540CF}" type="pres">
      <dgm:prSet presAssocID="{CCCE8675-BC19-4E3D-8AE8-5A0F03B4685E}" presName="node" presStyleLbl="node1" presStyleIdx="2" presStyleCnt="20">
        <dgm:presLayoutVars>
          <dgm:bulletEnabled val="1"/>
        </dgm:presLayoutVars>
      </dgm:prSet>
      <dgm:spPr/>
    </dgm:pt>
    <dgm:pt modelId="{FCE047E4-00F0-4D31-9EBD-9A0C042BB4B5}" type="pres">
      <dgm:prSet presAssocID="{3FB90DEA-9057-46FB-A580-1691D23633B0}" presName="sibTrans" presStyleLbl="sibTrans1D1" presStyleIdx="2" presStyleCnt="19"/>
      <dgm:spPr/>
    </dgm:pt>
    <dgm:pt modelId="{C8FB68C3-585E-4FD0-B3D7-5B228042B5AA}" type="pres">
      <dgm:prSet presAssocID="{3FB90DEA-9057-46FB-A580-1691D23633B0}" presName="connectorText" presStyleLbl="sibTrans1D1" presStyleIdx="2" presStyleCnt="19"/>
      <dgm:spPr/>
    </dgm:pt>
    <dgm:pt modelId="{BD76986E-62A9-4E5E-8C35-2F8D30FC2EB3}" type="pres">
      <dgm:prSet presAssocID="{50893958-609D-4871-8EE1-1C810D5EE90A}" presName="node" presStyleLbl="node1" presStyleIdx="3" presStyleCnt="20">
        <dgm:presLayoutVars>
          <dgm:bulletEnabled val="1"/>
        </dgm:presLayoutVars>
      </dgm:prSet>
      <dgm:spPr/>
    </dgm:pt>
    <dgm:pt modelId="{B6D9542E-19E9-45E0-A3B8-12FF6A24ED54}" type="pres">
      <dgm:prSet presAssocID="{1D75C069-7664-4BCA-8388-8F0B57321F85}" presName="sibTrans" presStyleLbl="sibTrans1D1" presStyleIdx="3" presStyleCnt="19"/>
      <dgm:spPr/>
    </dgm:pt>
    <dgm:pt modelId="{3FC2C845-F423-4775-8E90-EFC2B7CEA961}" type="pres">
      <dgm:prSet presAssocID="{1D75C069-7664-4BCA-8388-8F0B57321F85}" presName="connectorText" presStyleLbl="sibTrans1D1" presStyleIdx="3" presStyleCnt="19"/>
      <dgm:spPr/>
    </dgm:pt>
    <dgm:pt modelId="{A43F926B-90B9-4FF8-BFC8-39C33F59ECB8}" type="pres">
      <dgm:prSet presAssocID="{83374C10-E645-47CE-B079-136AC33D8E55}" presName="node" presStyleLbl="node1" presStyleIdx="4" presStyleCnt="20">
        <dgm:presLayoutVars>
          <dgm:bulletEnabled val="1"/>
        </dgm:presLayoutVars>
      </dgm:prSet>
      <dgm:spPr/>
    </dgm:pt>
    <dgm:pt modelId="{1172081A-9B30-497C-8771-0161C8039F2F}" type="pres">
      <dgm:prSet presAssocID="{F3DDFF35-9611-47C1-8371-1C0206CCB03B}" presName="sibTrans" presStyleLbl="sibTrans1D1" presStyleIdx="4" presStyleCnt="19"/>
      <dgm:spPr/>
    </dgm:pt>
    <dgm:pt modelId="{B44E4B44-E861-44BA-8C8D-57822547E26F}" type="pres">
      <dgm:prSet presAssocID="{F3DDFF35-9611-47C1-8371-1C0206CCB03B}" presName="connectorText" presStyleLbl="sibTrans1D1" presStyleIdx="4" presStyleCnt="19"/>
      <dgm:spPr/>
    </dgm:pt>
    <dgm:pt modelId="{03A6CC4C-82D2-423B-8C9C-FE808B9C9324}" type="pres">
      <dgm:prSet presAssocID="{FC1D1011-AD1B-42AB-83B9-FDB8E3A8876B}" presName="node" presStyleLbl="node1" presStyleIdx="5" presStyleCnt="20">
        <dgm:presLayoutVars>
          <dgm:bulletEnabled val="1"/>
        </dgm:presLayoutVars>
      </dgm:prSet>
      <dgm:spPr/>
    </dgm:pt>
    <dgm:pt modelId="{B19C63DB-7903-4CBE-8907-15E90CD88273}" type="pres">
      <dgm:prSet presAssocID="{EFFAF9C7-6240-410E-98CA-7CE123298B2F}" presName="sibTrans" presStyleLbl="sibTrans1D1" presStyleIdx="5" presStyleCnt="19"/>
      <dgm:spPr/>
    </dgm:pt>
    <dgm:pt modelId="{620622DE-D7DE-4BFE-BE09-C44B5A69274F}" type="pres">
      <dgm:prSet presAssocID="{EFFAF9C7-6240-410E-98CA-7CE123298B2F}" presName="connectorText" presStyleLbl="sibTrans1D1" presStyleIdx="5" presStyleCnt="19"/>
      <dgm:spPr/>
    </dgm:pt>
    <dgm:pt modelId="{EEAD0A1F-EA46-4C79-A8E6-34FF9D6DB70E}" type="pres">
      <dgm:prSet presAssocID="{C6CAEC5B-328A-43B3-8C42-FDD3AA9B64FE}" presName="node" presStyleLbl="node1" presStyleIdx="6" presStyleCnt="20">
        <dgm:presLayoutVars>
          <dgm:bulletEnabled val="1"/>
        </dgm:presLayoutVars>
      </dgm:prSet>
      <dgm:spPr/>
    </dgm:pt>
    <dgm:pt modelId="{24061524-82EC-4947-A1F3-536DC688FE55}" type="pres">
      <dgm:prSet presAssocID="{DAAECD0F-DF71-435B-B29D-33EC1CB4738F}" presName="sibTrans" presStyleLbl="sibTrans1D1" presStyleIdx="6" presStyleCnt="19"/>
      <dgm:spPr/>
    </dgm:pt>
    <dgm:pt modelId="{C9F41C03-C21C-4CC7-BE8A-2CB9AEE913A5}" type="pres">
      <dgm:prSet presAssocID="{DAAECD0F-DF71-435B-B29D-33EC1CB4738F}" presName="connectorText" presStyleLbl="sibTrans1D1" presStyleIdx="6" presStyleCnt="19"/>
      <dgm:spPr/>
    </dgm:pt>
    <dgm:pt modelId="{064EEB0F-D454-4391-8A86-C142FAF3B894}" type="pres">
      <dgm:prSet presAssocID="{025A3F24-DCB7-4A7D-8C53-CD2EFA6405CA}" presName="node" presStyleLbl="node1" presStyleIdx="7" presStyleCnt="20">
        <dgm:presLayoutVars>
          <dgm:bulletEnabled val="1"/>
        </dgm:presLayoutVars>
      </dgm:prSet>
      <dgm:spPr/>
    </dgm:pt>
    <dgm:pt modelId="{5599A3D2-6BCF-4889-8329-60B66F1E378B}" type="pres">
      <dgm:prSet presAssocID="{11B121A8-8DAA-47A4-8048-2D92C9C3FB95}" presName="sibTrans" presStyleLbl="sibTrans1D1" presStyleIdx="7" presStyleCnt="19"/>
      <dgm:spPr/>
    </dgm:pt>
    <dgm:pt modelId="{67328F96-517A-4D9B-BC26-AF4A04535FB1}" type="pres">
      <dgm:prSet presAssocID="{11B121A8-8DAA-47A4-8048-2D92C9C3FB95}" presName="connectorText" presStyleLbl="sibTrans1D1" presStyleIdx="7" presStyleCnt="19"/>
      <dgm:spPr/>
    </dgm:pt>
    <dgm:pt modelId="{9056C634-F4B4-47EC-A5BC-A370584BC3BC}" type="pres">
      <dgm:prSet presAssocID="{19818BB2-5264-412C-8311-C5BF4905BE4A}" presName="node" presStyleLbl="node1" presStyleIdx="8" presStyleCnt="20">
        <dgm:presLayoutVars>
          <dgm:bulletEnabled val="1"/>
        </dgm:presLayoutVars>
      </dgm:prSet>
      <dgm:spPr/>
    </dgm:pt>
    <dgm:pt modelId="{50C4EB47-CF80-4771-B769-751C0DC79486}" type="pres">
      <dgm:prSet presAssocID="{B70EC027-A8B7-4D89-8F9B-5C7F8A7E4E11}" presName="sibTrans" presStyleLbl="sibTrans1D1" presStyleIdx="8" presStyleCnt="19"/>
      <dgm:spPr/>
    </dgm:pt>
    <dgm:pt modelId="{5E064819-C76F-48EF-BDEE-BE34D5C4CE8B}" type="pres">
      <dgm:prSet presAssocID="{B70EC027-A8B7-4D89-8F9B-5C7F8A7E4E11}" presName="connectorText" presStyleLbl="sibTrans1D1" presStyleIdx="8" presStyleCnt="19"/>
      <dgm:spPr/>
    </dgm:pt>
    <dgm:pt modelId="{64E99E79-B1CF-4D57-8281-8DD56AABEBE3}" type="pres">
      <dgm:prSet presAssocID="{F5ECB8C2-9B44-44C8-BB37-EEB59EC4B2D7}" presName="node" presStyleLbl="node1" presStyleIdx="9" presStyleCnt="20">
        <dgm:presLayoutVars>
          <dgm:bulletEnabled val="1"/>
        </dgm:presLayoutVars>
      </dgm:prSet>
      <dgm:spPr/>
    </dgm:pt>
    <dgm:pt modelId="{814A9DFE-4FDD-4F8F-AA04-C8053EC756A8}" type="pres">
      <dgm:prSet presAssocID="{E9B0C1AB-6AC7-46DC-BF57-96ED782D0328}" presName="sibTrans" presStyleLbl="sibTrans1D1" presStyleIdx="9" presStyleCnt="19"/>
      <dgm:spPr/>
    </dgm:pt>
    <dgm:pt modelId="{257B849B-F1AC-46B9-A13B-6FD35BCA420D}" type="pres">
      <dgm:prSet presAssocID="{E9B0C1AB-6AC7-46DC-BF57-96ED782D0328}" presName="connectorText" presStyleLbl="sibTrans1D1" presStyleIdx="9" presStyleCnt="19"/>
      <dgm:spPr/>
    </dgm:pt>
    <dgm:pt modelId="{E7A4AB9D-912B-4713-A521-3D43D17C2053}" type="pres">
      <dgm:prSet presAssocID="{043159AC-1D46-4833-9887-044219A36E86}" presName="node" presStyleLbl="node1" presStyleIdx="10" presStyleCnt="20">
        <dgm:presLayoutVars>
          <dgm:bulletEnabled val="1"/>
        </dgm:presLayoutVars>
      </dgm:prSet>
      <dgm:spPr/>
    </dgm:pt>
    <dgm:pt modelId="{9FBD9714-B537-451F-B1C1-2107A5AD0955}" type="pres">
      <dgm:prSet presAssocID="{78E0E791-F985-4E28-8A30-B6BF4E1034E1}" presName="sibTrans" presStyleLbl="sibTrans1D1" presStyleIdx="10" presStyleCnt="19"/>
      <dgm:spPr/>
    </dgm:pt>
    <dgm:pt modelId="{A13DD07A-CE83-46B5-8172-209805046593}" type="pres">
      <dgm:prSet presAssocID="{78E0E791-F985-4E28-8A30-B6BF4E1034E1}" presName="connectorText" presStyleLbl="sibTrans1D1" presStyleIdx="10" presStyleCnt="19"/>
      <dgm:spPr/>
    </dgm:pt>
    <dgm:pt modelId="{7ED644FF-C4A5-4561-A63A-CB12B453BD81}" type="pres">
      <dgm:prSet presAssocID="{6B8B3C22-067F-4377-BA5D-EF43598542DA}" presName="node" presStyleLbl="node1" presStyleIdx="11" presStyleCnt="20">
        <dgm:presLayoutVars>
          <dgm:bulletEnabled val="1"/>
        </dgm:presLayoutVars>
      </dgm:prSet>
      <dgm:spPr/>
    </dgm:pt>
    <dgm:pt modelId="{F6496695-1B5C-434D-A9E0-8A2DA5B9E5E5}" type="pres">
      <dgm:prSet presAssocID="{EEF97774-2993-4F3E-9A6F-029B1DFBE560}" presName="sibTrans" presStyleLbl="sibTrans1D1" presStyleIdx="11" presStyleCnt="19"/>
      <dgm:spPr/>
    </dgm:pt>
    <dgm:pt modelId="{A754040C-124C-4C15-9DE7-DE17C945F952}" type="pres">
      <dgm:prSet presAssocID="{EEF97774-2993-4F3E-9A6F-029B1DFBE560}" presName="connectorText" presStyleLbl="sibTrans1D1" presStyleIdx="11" presStyleCnt="19"/>
      <dgm:spPr/>
    </dgm:pt>
    <dgm:pt modelId="{333119EB-5C7F-4DA3-8588-0C8B2AA1E082}" type="pres">
      <dgm:prSet presAssocID="{4AF1BCC6-E1E7-49C2-9885-E0E8E5891AED}" presName="node" presStyleLbl="node1" presStyleIdx="12" presStyleCnt="20">
        <dgm:presLayoutVars>
          <dgm:bulletEnabled val="1"/>
        </dgm:presLayoutVars>
      </dgm:prSet>
      <dgm:spPr/>
    </dgm:pt>
    <dgm:pt modelId="{D66543AD-6893-45EE-B5C1-C0873906E933}" type="pres">
      <dgm:prSet presAssocID="{9D78EE37-E395-4483-96DE-053890A70968}" presName="sibTrans" presStyleLbl="sibTrans1D1" presStyleIdx="12" presStyleCnt="19"/>
      <dgm:spPr/>
    </dgm:pt>
    <dgm:pt modelId="{CBBDA451-6D0A-4191-B193-C058C47177F9}" type="pres">
      <dgm:prSet presAssocID="{9D78EE37-E395-4483-96DE-053890A70968}" presName="connectorText" presStyleLbl="sibTrans1D1" presStyleIdx="12" presStyleCnt="19"/>
      <dgm:spPr/>
    </dgm:pt>
    <dgm:pt modelId="{4B980AE8-8A5E-4F6F-AB06-FBF86FE094B5}" type="pres">
      <dgm:prSet presAssocID="{E8179E32-649D-4E6A-B7EF-77627714C072}" presName="node" presStyleLbl="node1" presStyleIdx="13" presStyleCnt="20">
        <dgm:presLayoutVars>
          <dgm:bulletEnabled val="1"/>
        </dgm:presLayoutVars>
      </dgm:prSet>
      <dgm:spPr/>
    </dgm:pt>
    <dgm:pt modelId="{C6C56885-5068-409F-B5D0-88655478CC06}" type="pres">
      <dgm:prSet presAssocID="{95F617FA-F00E-4EF0-A456-16CB4B78FD6F}" presName="sibTrans" presStyleLbl="sibTrans1D1" presStyleIdx="13" presStyleCnt="19"/>
      <dgm:spPr/>
    </dgm:pt>
    <dgm:pt modelId="{BEEA7FB7-93D5-4209-87F1-9E6512CAEFC3}" type="pres">
      <dgm:prSet presAssocID="{95F617FA-F00E-4EF0-A456-16CB4B78FD6F}" presName="connectorText" presStyleLbl="sibTrans1D1" presStyleIdx="13" presStyleCnt="19"/>
      <dgm:spPr/>
    </dgm:pt>
    <dgm:pt modelId="{2EAAC6D0-0F3C-46DD-B4DC-25992AC2FBAD}" type="pres">
      <dgm:prSet presAssocID="{709A04D0-2E1B-45E5-AC7A-9BAC9811066E}" presName="node" presStyleLbl="node1" presStyleIdx="14" presStyleCnt="20">
        <dgm:presLayoutVars>
          <dgm:bulletEnabled val="1"/>
        </dgm:presLayoutVars>
      </dgm:prSet>
      <dgm:spPr/>
    </dgm:pt>
    <dgm:pt modelId="{07667794-C2B7-4ADB-B317-F8E4AF57F4A3}" type="pres">
      <dgm:prSet presAssocID="{D66F68D0-4FA6-4CE3-BFA1-4DCE9703C780}" presName="sibTrans" presStyleLbl="sibTrans1D1" presStyleIdx="14" presStyleCnt="19"/>
      <dgm:spPr/>
    </dgm:pt>
    <dgm:pt modelId="{E8ACFCC4-5712-4D3D-8410-6FE7C85EE12A}" type="pres">
      <dgm:prSet presAssocID="{D66F68D0-4FA6-4CE3-BFA1-4DCE9703C780}" presName="connectorText" presStyleLbl="sibTrans1D1" presStyleIdx="14" presStyleCnt="19"/>
      <dgm:spPr/>
    </dgm:pt>
    <dgm:pt modelId="{122D9D57-F038-4DB8-AC02-01692E7E04A8}" type="pres">
      <dgm:prSet presAssocID="{D1CFFF3A-100E-4B14-B38A-ED8E1698ADED}" presName="node" presStyleLbl="node1" presStyleIdx="15" presStyleCnt="20">
        <dgm:presLayoutVars>
          <dgm:bulletEnabled val="1"/>
        </dgm:presLayoutVars>
      </dgm:prSet>
      <dgm:spPr/>
    </dgm:pt>
    <dgm:pt modelId="{11D9E52C-A21D-4A8B-B80D-BF9806ABF802}" type="pres">
      <dgm:prSet presAssocID="{60558396-93AE-4A53-9C49-CA31E649A4FD}" presName="sibTrans" presStyleLbl="sibTrans1D1" presStyleIdx="15" presStyleCnt="19"/>
      <dgm:spPr/>
    </dgm:pt>
    <dgm:pt modelId="{5C17A95F-A159-41BF-A62B-1CF0CA6DE516}" type="pres">
      <dgm:prSet presAssocID="{60558396-93AE-4A53-9C49-CA31E649A4FD}" presName="connectorText" presStyleLbl="sibTrans1D1" presStyleIdx="15" presStyleCnt="19"/>
      <dgm:spPr/>
    </dgm:pt>
    <dgm:pt modelId="{F994BF0B-3BE6-4A97-9B43-50AEB6334AE7}" type="pres">
      <dgm:prSet presAssocID="{9BBC1489-26AA-4972-ADE2-5AD844AFD7D4}" presName="node" presStyleLbl="node1" presStyleIdx="16" presStyleCnt="20">
        <dgm:presLayoutVars>
          <dgm:bulletEnabled val="1"/>
        </dgm:presLayoutVars>
      </dgm:prSet>
      <dgm:spPr/>
    </dgm:pt>
    <dgm:pt modelId="{8F09C0E4-813C-4848-9D34-F85475DAFDC7}" type="pres">
      <dgm:prSet presAssocID="{E76466E2-DDE1-41A3-A8AE-809546E04C53}" presName="sibTrans" presStyleLbl="sibTrans1D1" presStyleIdx="16" presStyleCnt="19"/>
      <dgm:spPr/>
    </dgm:pt>
    <dgm:pt modelId="{A58228D7-B77A-48DA-9808-868404EB4B4F}" type="pres">
      <dgm:prSet presAssocID="{E76466E2-DDE1-41A3-A8AE-809546E04C53}" presName="connectorText" presStyleLbl="sibTrans1D1" presStyleIdx="16" presStyleCnt="19"/>
      <dgm:spPr/>
    </dgm:pt>
    <dgm:pt modelId="{7FB8CA63-A29B-49A4-9A9C-044341FAEBAC}" type="pres">
      <dgm:prSet presAssocID="{3506336C-9597-4A8B-B7F1-5F0CA9B4066C}" presName="node" presStyleLbl="node1" presStyleIdx="17" presStyleCnt="20">
        <dgm:presLayoutVars>
          <dgm:bulletEnabled val="1"/>
        </dgm:presLayoutVars>
      </dgm:prSet>
      <dgm:spPr/>
    </dgm:pt>
    <dgm:pt modelId="{B821C3A9-CD70-4883-9191-C67ACC39AEEE}" type="pres">
      <dgm:prSet presAssocID="{8A990F90-4367-4DF1-9ED9-1DFA35CD1156}" presName="sibTrans" presStyleLbl="sibTrans1D1" presStyleIdx="17" presStyleCnt="19"/>
      <dgm:spPr/>
    </dgm:pt>
    <dgm:pt modelId="{AEA6F196-99E2-4C09-A934-921F31434B00}" type="pres">
      <dgm:prSet presAssocID="{8A990F90-4367-4DF1-9ED9-1DFA35CD1156}" presName="connectorText" presStyleLbl="sibTrans1D1" presStyleIdx="17" presStyleCnt="19"/>
      <dgm:spPr/>
    </dgm:pt>
    <dgm:pt modelId="{03959283-F7F0-4340-B3D7-F9F77871CF05}" type="pres">
      <dgm:prSet presAssocID="{E04A8408-89F1-47D5-BBCB-6DEF009D0C57}" presName="node" presStyleLbl="node1" presStyleIdx="18" presStyleCnt="20">
        <dgm:presLayoutVars>
          <dgm:bulletEnabled val="1"/>
        </dgm:presLayoutVars>
      </dgm:prSet>
      <dgm:spPr/>
    </dgm:pt>
    <dgm:pt modelId="{97C52923-1AD2-4341-ABE5-29F22186B936}" type="pres">
      <dgm:prSet presAssocID="{7DF093CF-7E1B-475D-811A-51CFB74B7319}" presName="sibTrans" presStyleLbl="sibTrans1D1" presStyleIdx="18" presStyleCnt="19"/>
      <dgm:spPr/>
    </dgm:pt>
    <dgm:pt modelId="{17ED1B71-72A7-4139-AC05-A41A103FE359}" type="pres">
      <dgm:prSet presAssocID="{7DF093CF-7E1B-475D-811A-51CFB74B7319}" presName="connectorText" presStyleLbl="sibTrans1D1" presStyleIdx="18" presStyleCnt="19"/>
      <dgm:spPr/>
    </dgm:pt>
    <dgm:pt modelId="{27C3C6EB-9A2B-49DD-BB6A-80243664DCC2}" type="pres">
      <dgm:prSet presAssocID="{C9F2FB20-AFC5-4B84-B7E2-28C040FC1CF1}" presName="node" presStyleLbl="node1" presStyleIdx="19" presStyleCnt="20">
        <dgm:presLayoutVars>
          <dgm:bulletEnabled val="1"/>
        </dgm:presLayoutVars>
      </dgm:prSet>
      <dgm:spPr/>
    </dgm:pt>
  </dgm:ptLst>
  <dgm:cxnLst>
    <dgm:cxn modelId="{C8097102-2957-4092-9110-B3568A366A38}" type="presOf" srcId="{B70EC027-A8B7-4D89-8F9B-5C7F8A7E4E11}" destId="{50C4EB47-CF80-4771-B769-751C0DC79486}" srcOrd="0" destOrd="0" presId="urn:microsoft.com/office/officeart/2016/7/layout/RepeatingBendingProcessNew"/>
    <dgm:cxn modelId="{B72BE802-1885-4C76-8543-717241DED22A}" type="presOf" srcId="{C6CAEC5B-328A-43B3-8C42-FDD3AA9B64FE}" destId="{EEAD0A1F-EA46-4C79-A8E6-34FF9D6DB70E}" srcOrd="0" destOrd="0" presId="urn:microsoft.com/office/officeart/2016/7/layout/RepeatingBendingProcessNew"/>
    <dgm:cxn modelId="{EA8B6709-1DE3-45F5-9A09-FAA802C2B5A8}" type="presOf" srcId="{C9F2FB20-AFC5-4B84-B7E2-28C040FC1CF1}" destId="{27C3C6EB-9A2B-49DD-BB6A-80243664DCC2}" srcOrd="0" destOrd="0" presId="urn:microsoft.com/office/officeart/2016/7/layout/RepeatingBendingProcessNew"/>
    <dgm:cxn modelId="{BA715B10-E041-424F-97B1-6CC95EAEE425}" type="presOf" srcId="{3FB90DEA-9057-46FB-A580-1691D23633B0}" destId="{FCE047E4-00F0-4D31-9EBD-9A0C042BB4B5}" srcOrd="0" destOrd="0" presId="urn:microsoft.com/office/officeart/2016/7/layout/RepeatingBendingProcessNew"/>
    <dgm:cxn modelId="{521A8210-13C2-4B65-929E-908C0B626D51}" type="presOf" srcId="{EFFAF9C7-6240-410E-98CA-7CE123298B2F}" destId="{B19C63DB-7903-4CBE-8907-15E90CD88273}" srcOrd="0" destOrd="0" presId="urn:microsoft.com/office/officeart/2016/7/layout/RepeatingBendingProcessNew"/>
    <dgm:cxn modelId="{46B7DE11-33D8-469A-8161-02460D121EE4}" srcId="{E885FB13-2517-4EA1-AD6A-CFBF55A67D3D}" destId="{C9F2FB20-AFC5-4B84-B7E2-28C040FC1CF1}" srcOrd="19" destOrd="0" parTransId="{C9BAE704-01B5-418D-B812-2A961D07E1B7}" sibTransId="{B36E0994-4FD4-404A-A805-BE5487A01EB5}"/>
    <dgm:cxn modelId="{D13CEF11-34D9-40DD-9AB2-6749C1AE18C3}" type="presOf" srcId="{E9B0C1AB-6AC7-46DC-BF57-96ED782D0328}" destId="{814A9DFE-4FDD-4F8F-AA04-C8053EC756A8}" srcOrd="0" destOrd="0" presId="urn:microsoft.com/office/officeart/2016/7/layout/RepeatingBendingProcessNew"/>
    <dgm:cxn modelId="{2D32F211-58A5-4A34-AEB4-C284879AEAB8}" srcId="{E885FB13-2517-4EA1-AD6A-CFBF55A67D3D}" destId="{025A3F24-DCB7-4A7D-8C53-CD2EFA6405CA}" srcOrd="7" destOrd="0" parTransId="{0B0F338A-3149-4B79-BB1C-AD5EFD51C294}" sibTransId="{11B121A8-8DAA-47A4-8048-2D92C9C3FB95}"/>
    <dgm:cxn modelId="{E5E1E717-D90F-4581-B1B8-FCE0F6989563}" srcId="{E885FB13-2517-4EA1-AD6A-CFBF55A67D3D}" destId="{4AF1BCC6-E1E7-49C2-9885-E0E8E5891AED}" srcOrd="12" destOrd="0" parTransId="{AE388796-9F1A-4873-9A60-F19BED46E4B1}" sibTransId="{9D78EE37-E395-4483-96DE-053890A70968}"/>
    <dgm:cxn modelId="{3EC7A11A-304D-47BC-96C2-4BA3043F8541}" srcId="{E885FB13-2517-4EA1-AD6A-CFBF55A67D3D}" destId="{F5ECB8C2-9B44-44C8-BB37-EEB59EC4B2D7}" srcOrd="9" destOrd="0" parTransId="{84F72F0A-D8C8-4B57-BC65-28BCDBF4C48F}" sibTransId="{E9B0C1AB-6AC7-46DC-BF57-96ED782D0328}"/>
    <dgm:cxn modelId="{033FBD1A-C523-4F63-8D32-FD3F6A3A4AA7}" type="presOf" srcId="{E885FB13-2517-4EA1-AD6A-CFBF55A67D3D}" destId="{E92B3E63-9A47-4F1A-B875-7AA9AB6A871E}" srcOrd="0" destOrd="0" presId="urn:microsoft.com/office/officeart/2016/7/layout/RepeatingBendingProcessNew"/>
    <dgm:cxn modelId="{C1B83321-7874-4993-B694-6812EF786585}" type="presOf" srcId="{78E0E791-F985-4E28-8A30-B6BF4E1034E1}" destId="{A13DD07A-CE83-46B5-8172-209805046593}" srcOrd="1" destOrd="0" presId="urn:microsoft.com/office/officeart/2016/7/layout/RepeatingBendingProcessNew"/>
    <dgm:cxn modelId="{EEEACB21-55A7-43AB-92AC-288A56E432B3}" srcId="{E885FB13-2517-4EA1-AD6A-CFBF55A67D3D}" destId="{CCCE8675-BC19-4E3D-8AE8-5A0F03B4685E}" srcOrd="2" destOrd="0" parTransId="{AD7EEE58-A601-40DF-BD0C-C3DD39CCB825}" sibTransId="{3FB90DEA-9057-46FB-A580-1691D23633B0}"/>
    <dgm:cxn modelId="{E21DCB24-BF27-4143-95CC-EDE6E6F677E3}" type="presOf" srcId="{F5ECB8C2-9B44-44C8-BB37-EEB59EC4B2D7}" destId="{64E99E79-B1CF-4D57-8281-8DD56AABEBE3}" srcOrd="0" destOrd="0" presId="urn:microsoft.com/office/officeart/2016/7/layout/RepeatingBendingProcessNew"/>
    <dgm:cxn modelId="{71245125-52FD-4814-A55F-D85CF4B0D223}" type="presOf" srcId="{709A04D0-2E1B-45E5-AC7A-9BAC9811066E}" destId="{2EAAC6D0-0F3C-46DD-B4DC-25992AC2FBAD}" srcOrd="0" destOrd="0" presId="urn:microsoft.com/office/officeart/2016/7/layout/RepeatingBendingProcessNew"/>
    <dgm:cxn modelId="{351F9025-7FD9-4F22-894E-0B77B6EC86EC}" type="presOf" srcId="{7DF093CF-7E1B-475D-811A-51CFB74B7319}" destId="{17ED1B71-72A7-4139-AC05-A41A103FE359}" srcOrd="1" destOrd="0" presId="urn:microsoft.com/office/officeart/2016/7/layout/RepeatingBendingProcessNew"/>
    <dgm:cxn modelId="{1F1FBF27-3D89-4DD4-B6EF-4ABB7376C449}" srcId="{E885FB13-2517-4EA1-AD6A-CFBF55A67D3D}" destId="{E04A8408-89F1-47D5-BBCB-6DEF009D0C57}" srcOrd="18" destOrd="0" parTransId="{7778FAA6-4D08-4635-AC8E-F78A4BC9E638}" sibTransId="{7DF093CF-7E1B-475D-811A-51CFB74B7319}"/>
    <dgm:cxn modelId="{BD145B29-D465-40BE-95DC-44F246C25505}" type="presOf" srcId="{83374C10-E645-47CE-B079-136AC33D8E55}" destId="{A43F926B-90B9-4FF8-BFC8-39C33F59ECB8}" srcOrd="0" destOrd="0" presId="urn:microsoft.com/office/officeart/2016/7/layout/RepeatingBendingProcessNew"/>
    <dgm:cxn modelId="{B3D7A32A-4A1D-4FFA-ADF0-A12761BA0349}" type="presOf" srcId="{19818BB2-5264-412C-8311-C5BF4905BE4A}" destId="{9056C634-F4B4-47EC-A5BC-A370584BC3BC}" srcOrd="0" destOrd="0" presId="urn:microsoft.com/office/officeart/2016/7/layout/RepeatingBendingProcessNew"/>
    <dgm:cxn modelId="{DBB3D72A-1162-42D5-90E8-3996A96A4F15}" srcId="{E885FB13-2517-4EA1-AD6A-CFBF55A67D3D}" destId="{50893958-609D-4871-8EE1-1C810D5EE90A}" srcOrd="3" destOrd="0" parTransId="{902FF306-C6C8-42E6-8608-7F8A4EC1E524}" sibTransId="{1D75C069-7664-4BCA-8388-8F0B57321F85}"/>
    <dgm:cxn modelId="{5A35202E-F7A7-488E-93F9-559372031D1C}" srcId="{E885FB13-2517-4EA1-AD6A-CFBF55A67D3D}" destId="{5F48E2B8-B331-45AD-B37B-3078D117AE0B}" srcOrd="1" destOrd="0" parTransId="{53325FD7-D8EF-465A-AD54-90567AD92EB9}" sibTransId="{D54A6400-07AC-4870-B8AA-6DB2216C289D}"/>
    <dgm:cxn modelId="{2B099832-E958-49A2-A393-BE348E5DCB01}" srcId="{E885FB13-2517-4EA1-AD6A-CFBF55A67D3D}" destId="{D1CFFF3A-100E-4B14-B38A-ED8E1698ADED}" srcOrd="15" destOrd="0" parTransId="{6DF4BCB8-F2DD-4797-8A78-567928A07625}" sibTransId="{60558396-93AE-4A53-9C49-CA31E649A4FD}"/>
    <dgm:cxn modelId="{DDFA4233-A7F3-4225-836C-E2DC19EB5A1E}" type="presOf" srcId="{11B121A8-8DAA-47A4-8048-2D92C9C3FB95}" destId="{5599A3D2-6BCF-4889-8329-60B66F1E378B}" srcOrd="0" destOrd="0" presId="urn:microsoft.com/office/officeart/2016/7/layout/RepeatingBendingProcessNew"/>
    <dgm:cxn modelId="{EC04A736-CCEB-4F52-9BE4-8BCD6349BCD7}" type="presOf" srcId="{E9B0C1AB-6AC7-46DC-BF57-96ED782D0328}" destId="{257B849B-F1AC-46B9-A13B-6FD35BCA420D}" srcOrd="1" destOrd="0" presId="urn:microsoft.com/office/officeart/2016/7/layout/RepeatingBendingProcessNew"/>
    <dgm:cxn modelId="{0F105F39-1F4D-4182-91B1-245FA064EA73}" type="presOf" srcId="{E76466E2-DDE1-41A3-A8AE-809546E04C53}" destId="{A58228D7-B77A-48DA-9808-868404EB4B4F}" srcOrd="1" destOrd="0" presId="urn:microsoft.com/office/officeart/2016/7/layout/RepeatingBendingProcessNew"/>
    <dgm:cxn modelId="{9006BA3B-3E0A-412B-BDC9-0DD0D75DBA26}" type="presOf" srcId="{60558396-93AE-4A53-9C49-CA31E649A4FD}" destId="{11D9E52C-A21D-4A8B-B80D-BF9806ABF802}" srcOrd="0" destOrd="0" presId="urn:microsoft.com/office/officeart/2016/7/layout/RepeatingBendingProcessNew"/>
    <dgm:cxn modelId="{9CF9F33D-B940-4971-BAC3-9E5967ABC878}" type="presOf" srcId="{E76466E2-DDE1-41A3-A8AE-809546E04C53}" destId="{8F09C0E4-813C-4848-9D34-F85475DAFDC7}" srcOrd="0" destOrd="0" presId="urn:microsoft.com/office/officeart/2016/7/layout/RepeatingBendingProcessNew"/>
    <dgm:cxn modelId="{8A912E5D-4009-4EB0-BEF9-D4E72D65C783}" type="presOf" srcId="{E04A8408-89F1-47D5-BBCB-6DEF009D0C57}" destId="{03959283-F7F0-4340-B3D7-F9F77871CF05}" srcOrd="0" destOrd="0" presId="urn:microsoft.com/office/officeart/2016/7/layout/RepeatingBendingProcessNew"/>
    <dgm:cxn modelId="{6726875E-CBAE-415B-9049-1CD83360AF5A}" type="presOf" srcId="{EEF97774-2993-4F3E-9A6F-029B1DFBE560}" destId="{F6496695-1B5C-434D-A9E0-8A2DA5B9E5E5}" srcOrd="0" destOrd="0" presId="urn:microsoft.com/office/officeart/2016/7/layout/RepeatingBendingProcessNew"/>
    <dgm:cxn modelId="{5FE88C42-0B59-4A32-95EC-0A7FF5E21EA2}" type="presOf" srcId="{043159AC-1D46-4833-9887-044219A36E86}" destId="{E7A4AB9D-912B-4713-A521-3D43D17C2053}" srcOrd="0" destOrd="0" presId="urn:microsoft.com/office/officeart/2016/7/layout/RepeatingBendingProcessNew"/>
    <dgm:cxn modelId="{A8BBA963-7B28-499F-BD64-421A34224B42}" type="presOf" srcId="{6B8B3C22-067F-4377-BA5D-EF43598542DA}" destId="{7ED644FF-C4A5-4561-A63A-CB12B453BD81}" srcOrd="0" destOrd="0" presId="urn:microsoft.com/office/officeart/2016/7/layout/RepeatingBendingProcessNew"/>
    <dgm:cxn modelId="{1F683E65-474F-48E1-A993-AD174D794979}" srcId="{E885FB13-2517-4EA1-AD6A-CFBF55A67D3D}" destId="{3506336C-9597-4A8B-B7F1-5F0CA9B4066C}" srcOrd="17" destOrd="0" parTransId="{75900E67-8E09-475F-B8C7-293F7BDB2386}" sibTransId="{8A990F90-4367-4DF1-9ED9-1DFA35CD1156}"/>
    <dgm:cxn modelId="{674D7B67-C0E0-4926-9D69-9C7423582EC9}" type="presOf" srcId="{DAAECD0F-DF71-435B-B29D-33EC1CB4738F}" destId="{C9F41C03-C21C-4CC7-BE8A-2CB9AEE913A5}" srcOrd="1" destOrd="0" presId="urn:microsoft.com/office/officeart/2016/7/layout/RepeatingBendingProcessNew"/>
    <dgm:cxn modelId="{96B4AA68-1BE1-43D7-8520-EB8F528CD544}" type="presOf" srcId="{D66F68D0-4FA6-4CE3-BFA1-4DCE9703C780}" destId="{E8ACFCC4-5712-4D3D-8410-6FE7C85EE12A}" srcOrd="1" destOrd="0" presId="urn:microsoft.com/office/officeart/2016/7/layout/RepeatingBendingProcessNew"/>
    <dgm:cxn modelId="{DAD7406A-312E-4622-89EC-247EA54A924B}" type="presOf" srcId="{D54A6400-07AC-4870-B8AA-6DB2216C289D}" destId="{D2E92F81-3F12-44DF-8248-27E51CAB9C64}" srcOrd="1" destOrd="0" presId="urn:microsoft.com/office/officeart/2016/7/layout/RepeatingBendingProcessNew"/>
    <dgm:cxn modelId="{7CE84B4E-3C17-43C4-AB8A-73D7F6A7DECF}" type="presOf" srcId="{8A990F90-4367-4DF1-9ED9-1DFA35CD1156}" destId="{AEA6F196-99E2-4C09-A934-921F31434B00}" srcOrd="1" destOrd="0" presId="urn:microsoft.com/office/officeart/2016/7/layout/RepeatingBendingProcessNew"/>
    <dgm:cxn modelId="{EF4B2A4F-B7EB-4F26-B668-72D0C926F0A8}" type="presOf" srcId="{FC1D1011-AD1B-42AB-83B9-FDB8E3A8876B}" destId="{03A6CC4C-82D2-423B-8C9C-FE808B9C9324}" srcOrd="0" destOrd="0" presId="urn:microsoft.com/office/officeart/2016/7/layout/RepeatingBendingProcessNew"/>
    <dgm:cxn modelId="{8C23C471-B1F6-4638-B335-00DC675A86C2}" srcId="{E885FB13-2517-4EA1-AD6A-CFBF55A67D3D}" destId="{6B8B3C22-067F-4377-BA5D-EF43598542DA}" srcOrd="11" destOrd="0" parTransId="{D89E373C-5FB3-489F-9A0B-5C3E25127A68}" sibTransId="{EEF97774-2993-4F3E-9A6F-029B1DFBE560}"/>
    <dgm:cxn modelId="{33378854-CA93-47C4-88CB-A2ED58D894B7}" srcId="{E885FB13-2517-4EA1-AD6A-CFBF55A67D3D}" destId="{19818BB2-5264-412C-8311-C5BF4905BE4A}" srcOrd="8" destOrd="0" parTransId="{C957DFE0-6AB5-45FE-85AA-B3C5F17553C2}" sibTransId="{B70EC027-A8B7-4D89-8F9B-5C7F8A7E4E11}"/>
    <dgm:cxn modelId="{5B729C74-A0D1-4CC1-BAAC-80421B471E3C}" type="presOf" srcId="{95F617FA-F00E-4EF0-A456-16CB4B78FD6F}" destId="{BEEA7FB7-93D5-4209-87F1-9E6512CAEFC3}" srcOrd="1" destOrd="0" presId="urn:microsoft.com/office/officeart/2016/7/layout/RepeatingBendingProcessNew"/>
    <dgm:cxn modelId="{9B143956-87CA-42C3-8304-6228DD8AC016}" srcId="{E885FB13-2517-4EA1-AD6A-CFBF55A67D3D}" destId="{E8179E32-649D-4E6A-B7EF-77627714C072}" srcOrd="13" destOrd="0" parTransId="{59D64D73-9F24-4002-A5B9-B6A2FC154765}" sibTransId="{95F617FA-F00E-4EF0-A456-16CB4B78FD6F}"/>
    <dgm:cxn modelId="{8023D576-3E5B-496B-83E2-EC139BEBB6F3}" type="presOf" srcId="{9BBC1489-26AA-4972-ADE2-5AD844AFD7D4}" destId="{F994BF0B-3BE6-4A97-9B43-50AEB6334AE7}" srcOrd="0" destOrd="0" presId="urn:microsoft.com/office/officeart/2016/7/layout/RepeatingBendingProcessNew"/>
    <dgm:cxn modelId="{FAECAA77-7C6E-4539-8EBF-A1139AF1AB2B}" type="presOf" srcId="{FBFCB6A3-DCD8-4FFC-8825-5194615037B9}" destId="{14879E6C-5453-4495-AB9F-B26CAB625009}" srcOrd="1" destOrd="0" presId="urn:microsoft.com/office/officeart/2016/7/layout/RepeatingBendingProcessNew"/>
    <dgm:cxn modelId="{15069478-39A2-4828-8EA5-67A0AD873AE9}" srcId="{E885FB13-2517-4EA1-AD6A-CFBF55A67D3D}" destId="{FC1D1011-AD1B-42AB-83B9-FDB8E3A8876B}" srcOrd="5" destOrd="0" parTransId="{E6FE31CC-5D17-4FBC-9505-B80013FF4316}" sibTransId="{EFFAF9C7-6240-410E-98CA-7CE123298B2F}"/>
    <dgm:cxn modelId="{9237BC58-5527-4B32-8D1D-A7424A803BAE}" srcId="{E885FB13-2517-4EA1-AD6A-CFBF55A67D3D}" destId="{709A04D0-2E1B-45E5-AC7A-9BAC9811066E}" srcOrd="14" destOrd="0" parTransId="{1DFF749C-7E35-455D-AFDA-58E5B1BAC821}" sibTransId="{D66F68D0-4FA6-4CE3-BFA1-4DCE9703C780}"/>
    <dgm:cxn modelId="{7A2C4E59-1B78-40A2-A6E4-EA96F354A3E4}" type="presOf" srcId="{9D78EE37-E395-4483-96DE-053890A70968}" destId="{D66543AD-6893-45EE-B5C1-C0873906E933}" srcOrd="0" destOrd="0" presId="urn:microsoft.com/office/officeart/2016/7/layout/RepeatingBendingProcessNew"/>
    <dgm:cxn modelId="{027C0E8A-4C1B-43A3-BC93-EAE995F2BEBA}" type="presOf" srcId="{3FB90DEA-9057-46FB-A580-1691D23633B0}" destId="{C8FB68C3-585E-4FD0-B3D7-5B228042B5AA}" srcOrd="1" destOrd="0" presId="urn:microsoft.com/office/officeart/2016/7/layout/RepeatingBendingProcessNew"/>
    <dgm:cxn modelId="{80F4D08B-B992-4B0B-A9D7-7563B651B0B4}" type="presOf" srcId="{1D75C069-7664-4BCA-8388-8F0B57321F85}" destId="{3FC2C845-F423-4775-8E90-EFC2B7CEA961}" srcOrd="1" destOrd="0" presId="urn:microsoft.com/office/officeart/2016/7/layout/RepeatingBendingProcessNew"/>
    <dgm:cxn modelId="{2288E997-4E05-4006-A2C2-66A160F1FAD9}" type="presOf" srcId="{D1CFFF3A-100E-4B14-B38A-ED8E1698ADED}" destId="{122D9D57-F038-4DB8-AC02-01692E7E04A8}" srcOrd="0" destOrd="0" presId="urn:microsoft.com/office/officeart/2016/7/layout/RepeatingBendingProcessNew"/>
    <dgm:cxn modelId="{3D880A99-A074-41CB-A3D0-32C51ABA7996}" type="presOf" srcId="{B70EC027-A8B7-4D89-8F9B-5C7F8A7E4E11}" destId="{5E064819-C76F-48EF-BDEE-BE34D5C4CE8B}" srcOrd="1" destOrd="0" presId="urn:microsoft.com/office/officeart/2016/7/layout/RepeatingBendingProcessNew"/>
    <dgm:cxn modelId="{5728519C-BE6B-4706-8150-9E458F554F97}" type="presOf" srcId="{50893958-609D-4871-8EE1-1C810D5EE90A}" destId="{BD76986E-62A9-4E5E-8C35-2F8D30FC2EB3}" srcOrd="0" destOrd="0" presId="urn:microsoft.com/office/officeart/2016/7/layout/RepeatingBendingProcessNew"/>
    <dgm:cxn modelId="{287AAB9C-3B59-4FE5-8586-CD12DFEA86D7}" srcId="{E885FB13-2517-4EA1-AD6A-CFBF55A67D3D}" destId="{043159AC-1D46-4833-9887-044219A36E86}" srcOrd="10" destOrd="0" parTransId="{0F105E03-0AFC-4FDD-B357-03A35DF3E105}" sibTransId="{78E0E791-F985-4E28-8A30-B6BF4E1034E1}"/>
    <dgm:cxn modelId="{260D33A1-2900-4E54-B891-8F78A9AD8613}" type="presOf" srcId="{9D78EE37-E395-4483-96DE-053890A70968}" destId="{CBBDA451-6D0A-4191-B193-C058C47177F9}" srcOrd="1" destOrd="0" presId="urn:microsoft.com/office/officeart/2016/7/layout/RepeatingBendingProcessNew"/>
    <dgm:cxn modelId="{885E36A4-17EC-4DE6-B0A0-44EE11D9F594}" type="presOf" srcId="{D66F68D0-4FA6-4CE3-BFA1-4DCE9703C780}" destId="{07667794-C2B7-4ADB-B317-F8E4AF57F4A3}" srcOrd="0" destOrd="0" presId="urn:microsoft.com/office/officeart/2016/7/layout/RepeatingBendingProcessNew"/>
    <dgm:cxn modelId="{80CD45A7-C032-43DD-9D7C-68457EBF4BF5}" type="presOf" srcId="{DAAECD0F-DF71-435B-B29D-33EC1CB4738F}" destId="{24061524-82EC-4947-A1F3-536DC688FE55}" srcOrd="0" destOrd="0" presId="urn:microsoft.com/office/officeart/2016/7/layout/RepeatingBendingProcessNew"/>
    <dgm:cxn modelId="{0E7DF3A8-324B-4C4D-8EDD-743D65C6C954}" type="presOf" srcId="{025A3F24-DCB7-4A7D-8C53-CD2EFA6405CA}" destId="{064EEB0F-D454-4391-8A86-C142FAF3B894}" srcOrd="0" destOrd="0" presId="urn:microsoft.com/office/officeart/2016/7/layout/RepeatingBendingProcessNew"/>
    <dgm:cxn modelId="{C6278BAC-615D-4095-90F0-646A0EBE9402}" type="presOf" srcId="{D8AC03CC-75D9-40E9-9F3C-57556061AB88}" destId="{820A0405-BF65-45AF-9FC8-D2592DBA2BE3}" srcOrd="0" destOrd="0" presId="urn:microsoft.com/office/officeart/2016/7/layout/RepeatingBendingProcessNew"/>
    <dgm:cxn modelId="{037949AD-BAC4-471D-A156-7E028E8AED11}" type="presOf" srcId="{EFFAF9C7-6240-410E-98CA-7CE123298B2F}" destId="{620622DE-D7DE-4BFE-BE09-C44B5A69274F}" srcOrd="1" destOrd="0" presId="urn:microsoft.com/office/officeart/2016/7/layout/RepeatingBendingProcessNew"/>
    <dgm:cxn modelId="{46D785AD-7B3C-4B0E-957E-B5FEC58BE277}" type="presOf" srcId="{5F48E2B8-B331-45AD-B37B-3078D117AE0B}" destId="{45F2BD3C-144B-4A7E-9FCC-F77FCD3DBD98}" srcOrd="0" destOrd="0" presId="urn:microsoft.com/office/officeart/2016/7/layout/RepeatingBendingProcessNew"/>
    <dgm:cxn modelId="{D3405AAF-6CF4-49CA-88F2-0E9F1AD00898}" type="presOf" srcId="{11B121A8-8DAA-47A4-8048-2D92C9C3FB95}" destId="{67328F96-517A-4D9B-BC26-AF4A04535FB1}" srcOrd="1" destOrd="0" presId="urn:microsoft.com/office/officeart/2016/7/layout/RepeatingBendingProcessNew"/>
    <dgm:cxn modelId="{EC12E4B0-CA15-4EE7-83B4-DC4B98791FC1}" type="presOf" srcId="{D54A6400-07AC-4870-B8AA-6DB2216C289D}" destId="{CF07546C-9378-4CF3-9AB4-8DDE6671A659}" srcOrd="0" destOrd="0" presId="urn:microsoft.com/office/officeart/2016/7/layout/RepeatingBendingProcessNew"/>
    <dgm:cxn modelId="{7A79D3B2-1590-4EEB-B13A-E77664FF456F}" type="presOf" srcId="{F3DDFF35-9611-47C1-8371-1C0206CCB03B}" destId="{1172081A-9B30-497C-8771-0161C8039F2F}" srcOrd="0" destOrd="0" presId="urn:microsoft.com/office/officeart/2016/7/layout/RepeatingBendingProcessNew"/>
    <dgm:cxn modelId="{B4C205BF-4897-45AA-B547-06E426CDED82}" type="presOf" srcId="{95F617FA-F00E-4EF0-A456-16CB4B78FD6F}" destId="{C6C56885-5068-409F-B5D0-88655478CC06}" srcOrd="0" destOrd="0" presId="urn:microsoft.com/office/officeart/2016/7/layout/RepeatingBendingProcessNew"/>
    <dgm:cxn modelId="{493DE9C0-63FC-4885-A783-596561E9B8A5}" srcId="{E885FB13-2517-4EA1-AD6A-CFBF55A67D3D}" destId="{9BBC1489-26AA-4972-ADE2-5AD844AFD7D4}" srcOrd="16" destOrd="0" parTransId="{60B00009-8061-4B3A-9C0B-9F60800A5DAE}" sibTransId="{E76466E2-DDE1-41A3-A8AE-809546E04C53}"/>
    <dgm:cxn modelId="{5F125FC2-3902-48C6-A924-3F4BFDED188A}" type="presOf" srcId="{F3DDFF35-9611-47C1-8371-1C0206CCB03B}" destId="{B44E4B44-E861-44BA-8C8D-57822547E26F}" srcOrd="1" destOrd="0" presId="urn:microsoft.com/office/officeart/2016/7/layout/RepeatingBendingProcessNew"/>
    <dgm:cxn modelId="{2E033CC3-69CC-4E40-94BF-51345457803E}" type="presOf" srcId="{3506336C-9597-4A8B-B7F1-5F0CA9B4066C}" destId="{7FB8CA63-A29B-49A4-9A9C-044341FAEBAC}" srcOrd="0" destOrd="0" presId="urn:microsoft.com/office/officeart/2016/7/layout/RepeatingBendingProcessNew"/>
    <dgm:cxn modelId="{54A999C5-2FFE-4EE4-93DD-6CFCCD3B7319}" type="presOf" srcId="{60558396-93AE-4A53-9C49-CA31E649A4FD}" destId="{5C17A95F-A159-41BF-A62B-1CF0CA6DE516}" srcOrd="1" destOrd="0" presId="urn:microsoft.com/office/officeart/2016/7/layout/RepeatingBendingProcessNew"/>
    <dgm:cxn modelId="{D1D91BCB-54BC-448F-85C7-E095C79D0D6A}" type="presOf" srcId="{FBFCB6A3-DCD8-4FFC-8825-5194615037B9}" destId="{9CCAB832-9D04-4CC2-AFA8-CCF0A1125658}" srcOrd="0" destOrd="0" presId="urn:microsoft.com/office/officeart/2016/7/layout/RepeatingBendingProcessNew"/>
    <dgm:cxn modelId="{9615CCCD-96FD-4635-83EC-9D230ABE64E5}" type="presOf" srcId="{1D75C069-7664-4BCA-8388-8F0B57321F85}" destId="{B6D9542E-19E9-45E0-A3B8-12FF6A24ED54}" srcOrd="0" destOrd="0" presId="urn:microsoft.com/office/officeart/2016/7/layout/RepeatingBendingProcessNew"/>
    <dgm:cxn modelId="{886BFFCD-0C3A-4635-ABD3-C09F710A8DA2}" srcId="{E885FB13-2517-4EA1-AD6A-CFBF55A67D3D}" destId="{83374C10-E645-47CE-B079-136AC33D8E55}" srcOrd="4" destOrd="0" parTransId="{2C71DB37-CD4A-48B1-8519-57F4895DD7E3}" sibTransId="{F3DDFF35-9611-47C1-8371-1C0206CCB03B}"/>
    <dgm:cxn modelId="{5B5340CE-9813-4624-8487-A8D87913350F}" srcId="{E885FB13-2517-4EA1-AD6A-CFBF55A67D3D}" destId="{D8AC03CC-75D9-40E9-9F3C-57556061AB88}" srcOrd="0" destOrd="0" parTransId="{A38C1653-C23F-47C6-9108-16C7764B812C}" sibTransId="{FBFCB6A3-DCD8-4FFC-8825-5194615037B9}"/>
    <dgm:cxn modelId="{016BD2CF-0E85-4C70-A30C-52960443ADAB}" type="presOf" srcId="{E8179E32-649D-4E6A-B7EF-77627714C072}" destId="{4B980AE8-8A5E-4F6F-AB06-FBF86FE094B5}" srcOrd="0" destOrd="0" presId="urn:microsoft.com/office/officeart/2016/7/layout/RepeatingBendingProcessNew"/>
    <dgm:cxn modelId="{2F7ADACF-268C-43C5-835C-F4A9B2BB4F89}" type="presOf" srcId="{8A990F90-4367-4DF1-9ED9-1DFA35CD1156}" destId="{B821C3A9-CD70-4883-9191-C67ACC39AEEE}" srcOrd="0" destOrd="0" presId="urn:microsoft.com/office/officeart/2016/7/layout/RepeatingBendingProcessNew"/>
    <dgm:cxn modelId="{AF215DD2-2F50-4331-A729-7F5A744176FD}" type="presOf" srcId="{4AF1BCC6-E1E7-49C2-9885-E0E8E5891AED}" destId="{333119EB-5C7F-4DA3-8588-0C8B2AA1E082}" srcOrd="0" destOrd="0" presId="urn:microsoft.com/office/officeart/2016/7/layout/RepeatingBendingProcessNew"/>
    <dgm:cxn modelId="{E3C800D7-FAB7-415F-AB24-C4A3FAD93187}" srcId="{E885FB13-2517-4EA1-AD6A-CFBF55A67D3D}" destId="{C6CAEC5B-328A-43B3-8C42-FDD3AA9B64FE}" srcOrd="6" destOrd="0" parTransId="{716EA53C-86FC-4775-8A4C-B59A2A2853AE}" sibTransId="{DAAECD0F-DF71-435B-B29D-33EC1CB4738F}"/>
    <dgm:cxn modelId="{966A53DE-0AE8-4BBE-8182-B7013C40783F}" type="presOf" srcId="{78E0E791-F985-4E28-8A30-B6BF4E1034E1}" destId="{9FBD9714-B537-451F-B1C1-2107A5AD0955}" srcOrd="0" destOrd="0" presId="urn:microsoft.com/office/officeart/2016/7/layout/RepeatingBendingProcessNew"/>
    <dgm:cxn modelId="{198EE1E7-A83C-4AC2-A3DB-A64A81AFC46C}" type="presOf" srcId="{CCCE8675-BC19-4E3D-8AE8-5A0F03B4685E}" destId="{E8EC201C-358F-41CB-8798-33B2CEB540CF}" srcOrd="0" destOrd="0" presId="urn:microsoft.com/office/officeart/2016/7/layout/RepeatingBendingProcessNew"/>
    <dgm:cxn modelId="{7E1485EE-D027-4478-9070-985962D45385}" type="presOf" srcId="{7DF093CF-7E1B-475D-811A-51CFB74B7319}" destId="{97C52923-1AD2-4341-ABE5-29F22186B936}" srcOrd="0" destOrd="0" presId="urn:microsoft.com/office/officeart/2016/7/layout/RepeatingBendingProcessNew"/>
    <dgm:cxn modelId="{6104C8FF-E75E-4A1B-94D4-8CEC1B7D9A92}" type="presOf" srcId="{EEF97774-2993-4F3E-9A6F-029B1DFBE560}" destId="{A754040C-124C-4C15-9DE7-DE17C945F952}" srcOrd="1" destOrd="0" presId="urn:microsoft.com/office/officeart/2016/7/layout/RepeatingBendingProcessNew"/>
    <dgm:cxn modelId="{5DF48C63-47FE-44F1-978C-32F0E1F02D06}" type="presParOf" srcId="{E92B3E63-9A47-4F1A-B875-7AA9AB6A871E}" destId="{820A0405-BF65-45AF-9FC8-D2592DBA2BE3}" srcOrd="0" destOrd="0" presId="urn:microsoft.com/office/officeart/2016/7/layout/RepeatingBendingProcessNew"/>
    <dgm:cxn modelId="{417EA2D3-9020-478B-AC3A-54B075F733F8}" type="presParOf" srcId="{E92B3E63-9A47-4F1A-B875-7AA9AB6A871E}" destId="{9CCAB832-9D04-4CC2-AFA8-CCF0A1125658}" srcOrd="1" destOrd="0" presId="urn:microsoft.com/office/officeart/2016/7/layout/RepeatingBendingProcessNew"/>
    <dgm:cxn modelId="{ED150728-D810-40EC-9A39-DCF8B1C07864}" type="presParOf" srcId="{9CCAB832-9D04-4CC2-AFA8-CCF0A1125658}" destId="{14879E6C-5453-4495-AB9F-B26CAB625009}" srcOrd="0" destOrd="0" presId="urn:microsoft.com/office/officeart/2016/7/layout/RepeatingBendingProcessNew"/>
    <dgm:cxn modelId="{189A7983-EB19-4761-99B1-988EA3EF636B}" type="presParOf" srcId="{E92B3E63-9A47-4F1A-B875-7AA9AB6A871E}" destId="{45F2BD3C-144B-4A7E-9FCC-F77FCD3DBD98}" srcOrd="2" destOrd="0" presId="urn:microsoft.com/office/officeart/2016/7/layout/RepeatingBendingProcessNew"/>
    <dgm:cxn modelId="{53E7B15B-158C-4EC7-9B2D-1FB92AFE3AFA}" type="presParOf" srcId="{E92B3E63-9A47-4F1A-B875-7AA9AB6A871E}" destId="{CF07546C-9378-4CF3-9AB4-8DDE6671A659}" srcOrd="3" destOrd="0" presId="urn:microsoft.com/office/officeart/2016/7/layout/RepeatingBendingProcessNew"/>
    <dgm:cxn modelId="{FE1401CE-C9E7-4175-A545-578A578EADD2}" type="presParOf" srcId="{CF07546C-9378-4CF3-9AB4-8DDE6671A659}" destId="{D2E92F81-3F12-44DF-8248-27E51CAB9C64}" srcOrd="0" destOrd="0" presId="urn:microsoft.com/office/officeart/2016/7/layout/RepeatingBendingProcessNew"/>
    <dgm:cxn modelId="{3F7447EF-0470-496E-B7F4-DE68B3914F2D}" type="presParOf" srcId="{E92B3E63-9A47-4F1A-B875-7AA9AB6A871E}" destId="{E8EC201C-358F-41CB-8798-33B2CEB540CF}" srcOrd="4" destOrd="0" presId="urn:microsoft.com/office/officeart/2016/7/layout/RepeatingBendingProcessNew"/>
    <dgm:cxn modelId="{F08A5D23-2198-4D85-864D-E2B8BDD579C7}" type="presParOf" srcId="{E92B3E63-9A47-4F1A-B875-7AA9AB6A871E}" destId="{FCE047E4-00F0-4D31-9EBD-9A0C042BB4B5}" srcOrd="5" destOrd="0" presId="urn:microsoft.com/office/officeart/2016/7/layout/RepeatingBendingProcessNew"/>
    <dgm:cxn modelId="{C42BE5CD-FFEA-4909-B5EE-030F55B36135}" type="presParOf" srcId="{FCE047E4-00F0-4D31-9EBD-9A0C042BB4B5}" destId="{C8FB68C3-585E-4FD0-B3D7-5B228042B5AA}" srcOrd="0" destOrd="0" presId="urn:microsoft.com/office/officeart/2016/7/layout/RepeatingBendingProcessNew"/>
    <dgm:cxn modelId="{A1E0463B-0844-4FFF-A9AA-45C822CB7463}" type="presParOf" srcId="{E92B3E63-9A47-4F1A-B875-7AA9AB6A871E}" destId="{BD76986E-62A9-4E5E-8C35-2F8D30FC2EB3}" srcOrd="6" destOrd="0" presId="urn:microsoft.com/office/officeart/2016/7/layout/RepeatingBendingProcessNew"/>
    <dgm:cxn modelId="{927F00C5-B8DB-4175-A966-72C4E1D4E4CF}" type="presParOf" srcId="{E92B3E63-9A47-4F1A-B875-7AA9AB6A871E}" destId="{B6D9542E-19E9-45E0-A3B8-12FF6A24ED54}" srcOrd="7" destOrd="0" presId="urn:microsoft.com/office/officeart/2016/7/layout/RepeatingBendingProcessNew"/>
    <dgm:cxn modelId="{16657E25-1276-407D-94B1-4BCA9527C67E}" type="presParOf" srcId="{B6D9542E-19E9-45E0-A3B8-12FF6A24ED54}" destId="{3FC2C845-F423-4775-8E90-EFC2B7CEA961}" srcOrd="0" destOrd="0" presId="urn:microsoft.com/office/officeart/2016/7/layout/RepeatingBendingProcessNew"/>
    <dgm:cxn modelId="{6B698E94-F010-41FE-B437-7C85EA16D918}" type="presParOf" srcId="{E92B3E63-9A47-4F1A-B875-7AA9AB6A871E}" destId="{A43F926B-90B9-4FF8-BFC8-39C33F59ECB8}" srcOrd="8" destOrd="0" presId="urn:microsoft.com/office/officeart/2016/7/layout/RepeatingBendingProcessNew"/>
    <dgm:cxn modelId="{6B598587-A1FD-469F-A967-3ECCC043FE3B}" type="presParOf" srcId="{E92B3E63-9A47-4F1A-B875-7AA9AB6A871E}" destId="{1172081A-9B30-497C-8771-0161C8039F2F}" srcOrd="9" destOrd="0" presId="urn:microsoft.com/office/officeart/2016/7/layout/RepeatingBendingProcessNew"/>
    <dgm:cxn modelId="{7A9D4DAD-85F2-40D1-8744-BEA0C09F4995}" type="presParOf" srcId="{1172081A-9B30-497C-8771-0161C8039F2F}" destId="{B44E4B44-E861-44BA-8C8D-57822547E26F}" srcOrd="0" destOrd="0" presId="urn:microsoft.com/office/officeart/2016/7/layout/RepeatingBendingProcessNew"/>
    <dgm:cxn modelId="{2AF0E60E-2F19-442A-B1EB-D4D07113DAEF}" type="presParOf" srcId="{E92B3E63-9A47-4F1A-B875-7AA9AB6A871E}" destId="{03A6CC4C-82D2-423B-8C9C-FE808B9C9324}" srcOrd="10" destOrd="0" presId="urn:microsoft.com/office/officeart/2016/7/layout/RepeatingBendingProcessNew"/>
    <dgm:cxn modelId="{40B30432-6946-4B06-A15B-011FE9823971}" type="presParOf" srcId="{E92B3E63-9A47-4F1A-B875-7AA9AB6A871E}" destId="{B19C63DB-7903-4CBE-8907-15E90CD88273}" srcOrd="11" destOrd="0" presId="urn:microsoft.com/office/officeart/2016/7/layout/RepeatingBendingProcessNew"/>
    <dgm:cxn modelId="{5C305AAF-1F89-48CE-8C78-A75404994708}" type="presParOf" srcId="{B19C63DB-7903-4CBE-8907-15E90CD88273}" destId="{620622DE-D7DE-4BFE-BE09-C44B5A69274F}" srcOrd="0" destOrd="0" presId="urn:microsoft.com/office/officeart/2016/7/layout/RepeatingBendingProcessNew"/>
    <dgm:cxn modelId="{09EFEF92-4D5A-453A-9BCA-9896934AE358}" type="presParOf" srcId="{E92B3E63-9A47-4F1A-B875-7AA9AB6A871E}" destId="{EEAD0A1F-EA46-4C79-A8E6-34FF9D6DB70E}" srcOrd="12" destOrd="0" presId="urn:microsoft.com/office/officeart/2016/7/layout/RepeatingBendingProcessNew"/>
    <dgm:cxn modelId="{F2832266-383D-4E7B-B930-54FBAACCC259}" type="presParOf" srcId="{E92B3E63-9A47-4F1A-B875-7AA9AB6A871E}" destId="{24061524-82EC-4947-A1F3-536DC688FE55}" srcOrd="13" destOrd="0" presId="urn:microsoft.com/office/officeart/2016/7/layout/RepeatingBendingProcessNew"/>
    <dgm:cxn modelId="{D75FF48B-B656-43CE-91A5-FE92C66A2E4A}" type="presParOf" srcId="{24061524-82EC-4947-A1F3-536DC688FE55}" destId="{C9F41C03-C21C-4CC7-BE8A-2CB9AEE913A5}" srcOrd="0" destOrd="0" presId="urn:microsoft.com/office/officeart/2016/7/layout/RepeatingBendingProcessNew"/>
    <dgm:cxn modelId="{8CA08F02-D2B0-43EC-B7E3-CBE6420A8FC2}" type="presParOf" srcId="{E92B3E63-9A47-4F1A-B875-7AA9AB6A871E}" destId="{064EEB0F-D454-4391-8A86-C142FAF3B894}" srcOrd="14" destOrd="0" presId="urn:microsoft.com/office/officeart/2016/7/layout/RepeatingBendingProcessNew"/>
    <dgm:cxn modelId="{15C740F4-022A-4F15-8EBA-B46770AC9BC0}" type="presParOf" srcId="{E92B3E63-9A47-4F1A-B875-7AA9AB6A871E}" destId="{5599A3D2-6BCF-4889-8329-60B66F1E378B}" srcOrd="15" destOrd="0" presId="urn:microsoft.com/office/officeart/2016/7/layout/RepeatingBendingProcessNew"/>
    <dgm:cxn modelId="{A5565A95-8076-4E8E-B836-6873B64C1A98}" type="presParOf" srcId="{5599A3D2-6BCF-4889-8329-60B66F1E378B}" destId="{67328F96-517A-4D9B-BC26-AF4A04535FB1}" srcOrd="0" destOrd="0" presId="urn:microsoft.com/office/officeart/2016/7/layout/RepeatingBendingProcessNew"/>
    <dgm:cxn modelId="{360E393B-C774-4C81-B83A-EA5B5C92AE39}" type="presParOf" srcId="{E92B3E63-9A47-4F1A-B875-7AA9AB6A871E}" destId="{9056C634-F4B4-47EC-A5BC-A370584BC3BC}" srcOrd="16" destOrd="0" presId="urn:microsoft.com/office/officeart/2016/7/layout/RepeatingBendingProcessNew"/>
    <dgm:cxn modelId="{F4E24C96-A9D0-422D-96A3-34A6D42A1727}" type="presParOf" srcId="{E92B3E63-9A47-4F1A-B875-7AA9AB6A871E}" destId="{50C4EB47-CF80-4771-B769-751C0DC79486}" srcOrd="17" destOrd="0" presId="urn:microsoft.com/office/officeart/2016/7/layout/RepeatingBendingProcessNew"/>
    <dgm:cxn modelId="{5C9544EA-3843-433B-91A9-BD6A80EC16B1}" type="presParOf" srcId="{50C4EB47-CF80-4771-B769-751C0DC79486}" destId="{5E064819-C76F-48EF-BDEE-BE34D5C4CE8B}" srcOrd="0" destOrd="0" presId="urn:microsoft.com/office/officeart/2016/7/layout/RepeatingBendingProcessNew"/>
    <dgm:cxn modelId="{87220C36-2B9E-421E-9917-A96A6A7A5EC4}" type="presParOf" srcId="{E92B3E63-9A47-4F1A-B875-7AA9AB6A871E}" destId="{64E99E79-B1CF-4D57-8281-8DD56AABEBE3}" srcOrd="18" destOrd="0" presId="urn:microsoft.com/office/officeart/2016/7/layout/RepeatingBendingProcessNew"/>
    <dgm:cxn modelId="{74BA088E-2B61-40A2-8273-33647BA2008B}" type="presParOf" srcId="{E92B3E63-9A47-4F1A-B875-7AA9AB6A871E}" destId="{814A9DFE-4FDD-4F8F-AA04-C8053EC756A8}" srcOrd="19" destOrd="0" presId="urn:microsoft.com/office/officeart/2016/7/layout/RepeatingBendingProcessNew"/>
    <dgm:cxn modelId="{190F5FC6-59BB-4D03-9531-FD8C8228C866}" type="presParOf" srcId="{814A9DFE-4FDD-4F8F-AA04-C8053EC756A8}" destId="{257B849B-F1AC-46B9-A13B-6FD35BCA420D}" srcOrd="0" destOrd="0" presId="urn:microsoft.com/office/officeart/2016/7/layout/RepeatingBendingProcessNew"/>
    <dgm:cxn modelId="{C3F47A7A-E2EB-4F26-AA9F-B89EAAA889D1}" type="presParOf" srcId="{E92B3E63-9A47-4F1A-B875-7AA9AB6A871E}" destId="{E7A4AB9D-912B-4713-A521-3D43D17C2053}" srcOrd="20" destOrd="0" presId="urn:microsoft.com/office/officeart/2016/7/layout/RepeatingBendingProcessNew"/>
    <dgm:cxn modelId="{F00A651F-D61E-4252-9EAE-D39D9E88968C}" type="presParOf" srcId="{E92B3E63-9A47-4F1A-B875-7AA9AB6A871E}" destId="{9FBD9714-B537-451F-B1C1-2107A5AD0955}" srcOrd="21" destOrd="0" presId="urn:microsoft.com/office/officeart/2016/7/layout/RepeatingBendingProcessNew"/>
    <dgm:cxn modelId="{9FCD03B9-9331-46F2-8123-D1CE164774F3}" type="presParOf" srcId="{9FBD9714-B537-451F-B1C1-2107A5AD0955}" destId="{A13DD07A-CE83-46B5-8172-209805046593}" srcOrd="0" destOrd="0" presId="urn:microsoft.com/office/officeart/2016/7/layout/RepeatingBendingProcessNew"/>
    <dgm:cxn modelId="{5D905872-6E74-488C-A3C1-8B4D636E8A6B}" type="presParOf" srcId="{E92B3E63-9A47-4F1A-B875-7AA9AB6A871E}" destId="{7ED644FF-C4A5-4561-A63A-CB12B453BD81}" srcOrd="22" destOrd="0" presId="urn:microsoft.com/office/officeart/2016/7/layout/RepeatingBendingProcessNew"/>
    <dgm:cxn modelId="{12B8CE35-DFF4-4F2B-A697-35C92F91A9FE}" type="presParOf" srcId="{E92B3E63-9A47-4F1A-B875-7AA9AB6A871E}" destId="{F6496695-1B5C-434D-A9E0-8A2DA5B9E5E5}" srcOrd="23" destOrd="0" presId="urn:microsoft.com/office/officeart/2016/7/layout/RepeatingBendingProcessNew"/>
    <dgm:cxn modelId="{AB1FC34F-EAE6-4993-BA74-A18CB7508DCB}" type="presParOf" srcId="{F6496695-1B5C-434D-A9E0-8A2DA5B9E5E5}" destId="{A754040C-124C-4C15-9DE7-DE17C945F952}" srcOrd="0" destOrd="0" presId="urn:microsoft.com/office/officeart/2016/7/layout/RepeatingBendingProcessNew"/>
    <dgm:cxn modelId="{BA2BFE2C-94C2-410D-84BF-86AF5211177C}" type="presParOf" srcId="{E92B3E63-9A47-4F1A-B875-7AA9AB6A871E}" destId="{333119EB-5C7F-4DA3-8588-0C8B2AA1E082}" srcOrd="24" destOrd="0" presId="urn:microsoft.com/office/officeart/2016/7/layout/RepeatingBendingProcessNew"/>
    <dgm:cxn modelId="{B5E9E209-4A1E-4744-829F-CC18CD4BBF2D}" type="presParOf" srcId="{E92B3E63-9A47-4F1A-B875-7AA9AB6A871E}" destId="{D66543AD-6893-45EE-B5C1-C0873906E933}" srcOrd="25" destOrd="0" presId="urn:microsoft.com/office/officeart/2016/7/layout/RepeatingBendingProcessNew"/>
    <dgm:cxn modelId="{A70D4DE1-6AAB-4C7C-8144-4C376293DEF8}" type="presParOf" srcId="{D66543AD-6893-45EE-B5C1-C0873906E933}" destId="{CBBDA451-6D0A-4191-B193-C058C47177F9}" srcOrd="0" destOrd="0" presId="urn:microsoft.com/office/officeart/2016/7/layout/RepeatingBendingProcessNew"/>
    <dgm:cxn modelId="{5C0DE4B7-43EA-4DD1-9B6F-419DAD0B9705}" type="presParOf" srcId="{E92B3E63-9A47-4F1A-B875-7AA9AB6A871E}" destId="{4B980AE8-8A5E-4F6F-AB06-FBF86FE094B5}" srcOrd="26" destOrd="0" presId="urn:microsoft.com/office/officeart/2016/7/layout/RepeatingBendingProcessNew"/>
    <dgm:cxn modelId="{90E209EE-8043-4F09-A307-0A04DCF23F42}" type="presParOf" srcId="{E92B3E63-9A47-4F1A-B875-7AA9AB6A871E}" destId="{C6C56885-5068-409F-B5D0-88655478CC06}" srcOrd="27" destOrd="0" presId="urn:microsoft.com/office/officeart/2016/7/layout/RepeatingBendingProcessNew"/>
    <dgm:cxn modelId="{98CB015F-0A73-477D-A45C-DE5E6357FA5B}" type="presParOf" srcId="{C6C56885-5068-409F-B5D0-88655478CC06}" destId="{BEEA7FB7-93D5-4209-87F1-9E6512CAEFC3}" srcOrd="0" destOrd="0" presId="urn:microsoft.com/office/officeart/2016/7/layout/RepeatingBendingProcessNew"/>
    <dgm:cxn modelId="{CF8E9E1C-BD9B-43C2-A8BD-AAAA95AD02E3}" type="presParOf" srcId="{E92B3E63-9A47-4F1A-B875-7AA9AB6A871E}" destId="{2EAAC6D0-0F3C-46DD-B4DC-25992AC2FBAD}" srcOrd="28" destOrd="0" presId="urn:microsoft.com/office/officeart/2016/7/layout/RepeatingBendingProcessNew"/>
    <dgm:cxn modelId="{36CD1DE5-5E22-4B33-B7B0-C4C14DBE843D}" type="presParOf" srcId="{E92B3E63-9A47-4F1A-B875-7AA9AB6A871E}" destId="{07667794-C2B7-4ADB-B317-F8E4AF57F4A3}" srcOrd="29" destOrd="0" presId="urn:microsoft.com/office/officeart/2016/7/layout/RepeatingBendingProcessNew"/>
    <dgm:cxn modelId="{425ED077-E69B-4A79-8AA2-A025CC4829FE}" type="presParOf" srcId="{07667794-C2B7-4ADB-B317-F8E4AF57F4A3}" destId="{E8ACFCC4-5712-4D3D-8410-6FE7C85EE12A}" srcOrd="0" destOrd="0" presId="urn:microsoft.com/office/officeart/2016/7/layout/RepeatingBendingProcessNew"/>
    <dgm:cxn modelId="{ADCC80DF-10E9-4D02-95B2-9F4A61602791}" type="presParOf" srcId="{E92B3E63-9A47-4F1A-B875-7AA9AB6A871E}" destId="{122D9D57-F038-4DB8-AC02-01692E7E04A8}" srcOrd="30" destOrd="0" presId="urn:microsoft.com/office/officeart/2016/7/layout/RepeatingBendingProcessNew"/>
    <dgm:cxn modelId="{4CAF1D45-1DD3-4309-A494-52C0FFAFFE2F}" type="presParOf" srcId="{E92B3E63-9A47-4F1A-B875-7AA9AB6A871E}" destId="{11D9E52C-A21D-4A8B-B80D-BF9806ABF802}" srcOrd="31" destOrd="0" presId="urn:microsoft.com/office/officeart/2016/7/layout/RepeatingBendingProcessNew"/>
    <dgm:cxn modelId="{5ADCD48F-EC09-4B02-9635-4AE505E02038}" type="presParOf" srcId="{11D9E52C-A21D-4A8B-B80D-BF9806ABF802}" destId="{5C17A95F-A159-41BF-A62B-1CF0CA6DE516}" srcOrd="0" destOrd="0" presId="urn:microsoft.com/office/officeart/2016/7/layout/RepeatingBendingProcessNew"/>
    <dgm:cxn modelId="{0124BD29-4662-4232-937C-A5ED2F02B450}" type="presParOf" srcId="{E92B3E63-9A47-4F1A-B875-7AA9AB6A871E}" destId="{F994BF0B-3BE6-4A97-9B43-50AEB6334AE7}" srcOrd="32" destOrd="0" presId="urn:microsoft.com/office/officeart/2016/7/layout/RepeatingBendingProcessNew"/>
    <dgm:cxn modelId="{9A5925BB-4876-42C6-BFE3-3A44D7ABD469}" type="presParOf" srcId="{E92B3E63-9A47-4F1A-B875-7AA9AB6A871E}" destId="{8F09C0E4-813C-4848-9D34-F85475DAFDC7}" srcOrd="33" destOrd="0" presId="urn:microsoft.com/office/officeart/2016/7/layout/RepeatingBendingProcessNew"/>
    <dgm:cxn modelId="{B30B206B-4F2D-4142-9872-2B957E2927C7}" type="presParOf" srcId="{8F09C0E4-813C-4848-9D34-F85475DAFDC7}" destId="{A58228D7-B77A-48DA-9808-868404EB4B4F}" srcOrd="0" destOrd="0" presId="urn:microsoft.com/office/officeart/2016/7/layout/RepeatingBendingProcessNew"/>
    <dgm:cxn modelId="{63928497-06E1-489B-9A16-E1C65EAD98B0}" type="presParOf" srcId="{E92B3E63-9A47-4F1A-B875-7AA9AB6A871E}" destId="{7FB8CA63-A29B-49A4-9A9C-044341FAEBAC}" srcOrd="34" destOrd="0" presId="urn:microsoft.com/office/officeart/2016/7/layout/RepeatingBendingProcessNew"/>
    <dgm:cxn modelId="{8CF7D4AF-8656-408E-819B-ABB4622FC0C8}" type="presParOf" srcId="{E92B3E63-9A47-4F1A-B875-7AA9AB6A871E}" destId="{B821C3A9-CD70-4883-9191-C67ACC39AEEE}" srcOrd="35" destOrd="0" presId="urn:microsoft.com/office/officeart/2016/7/layout/RepeatingBendingProcessNew"/>
    <dgm:cxn modelId="{11DFFBA3-DEE0-4511-84BE-74F15B6315B2}" type="presParOf" srcId="{B821C3A9-CD70-4883-9191-C67ACC39AEEE}" destId="{AEA6F196-99E2-4C09-A934-921F31434B00}" srcOrd="0" destOrd="0" presId="urn:microsoft.com/office/officeart/2016/7/layout/RepeatingBendingProcessNew"/>
    <dgm:cxn modelId="{E2621166-41A7-47D4-8828-1A13CDDBFBC7}" type="presParOf" srcId="{E92B3E63-9A47-4F1A-B875-7AA9AB6A871E}" destId="{03959283-F7F0-4340-B3D7-F9F77871CF05}" srcOrd="36" destOrd="0" presId="urn:microsoft.com/office/officeart/2016/7/layout/RepeatingBendingProcessNew"/>
    <dgm:cxn modelId="{28780C21-30E5-4CEE-AF9C-FB633E1482EE}" type="presParOf" srcId="{E92B3E63-9A47-4F1A-B875-7AA9AB6A871E}" destId="{97C52923-1AD2-4341-ABE5-29F22186B936}" srcOrd="37" destOrd="0" presId="urn:microsoft.com/office/officeart/2016/7/layout/RepeatingBendingProcessNew"/>
    <dgm:cxn modelId="{C51F6EC8-FBFE-43D9-9A15-8ACF56E80FE7}" type="presParOf" srcId="{97C52923-1AD2-4341-ABE5-29F22186B936}" destId="{17ED1B71-72A7-4139-AC05-A41A103FE359}" srcOrd="0" destOrd="0" presId="urn:microsoft.com/office/officeart/2016/7/layout/RepeatingBendingProcessNew"/>
    <dgm:cxn modelId="{45823F04-93CD-4AEC-B099-5EC13EBDCFEB}" type="presParOf" srcId="{E92B3E63-9A47-4F1A-B875-7AA9AB6A871E}" destId="{27C3C6EB-9A2B-49DD-BB6A-80243664DCC2}" srcOrd="3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D68B9-09FE-4950-B516-E3DD9E32BB70}">
      <dsp:nvSpPr>
        <dsp:cNvPr id="0" name=""/>
        <dsp:cNvSpPr/>
      </dsp:nvSpPr>
      <dsp:spPr>
        <a:xfrm>
          <a:off x="725374" y="28859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0E330-F6B6-4415-81F1-AB59DFEC1E1B}">
      <dsp:nvSpPr>
        <dsp:cNvPr id="0" name=""/>
        <dsp:cNvSpPr/>
      </dsp:nvSpPr>
      <dsp:spPr>
        <a:xfrm>
          <a:off x="922890" y="226375"/>
          <a:ext cx="545520" cy="5455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26741-D418-44A8-9E5E-47AAF288EA08}">
      <dsp:nvSpPr>
        <dsp:cNvPr id="0" name=""/>
        <dsp:cNvSpPr/>
      </dsp:nvSpPr>
      <dsp:spPr>
        <a:xfrm>
          <a:off x="1867473" y="28859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Agenda</a:t>
          </a:r>
          <a:endParaRPr lang="en-US" sz="2100" kern="1200"/>
        </a:p>
      </dsp:txBody>
      <dsp:txXfrm>
        <a:off x="1867473" y="28859"/>
        <a:ext cx="2217015" cy="940551"/>
      </dsp:txXfrm>
    </dsp:sp>
    <dsp:sp modelId="{075DDCDC-CF09-4C27-A80E-50A4044DE694}">
      <dsp:nvSpPr>
        <dsp:cNvPr id="0" name=""/>
        <dsp:cNvSpPr/>
      </dsp:nvSpPr>
      <dsp:spPr>
        <a:xfrm>
          <a:off x="4470786" y="28859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3831D-A9CA-4F51-8D3C-967D44CA1BF0}">
      <dsp:nvSpPr>
        <dsp:cNvPr id="0" name=""/>
        <dsp:cNvSpPr/>
      </dsp:nvSpPr>
      <dsp:spPr>
        <a:xfrm>
          <a:off x="4668302" y="226375"/>
          <a:ext cx="545520" cy="5455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3BC21-77CB-4E74-B9CD-65F31529FC56}">
      <dsp:nvSpPr>
        <dsp:cNvPr id="0" name=""/>
        <dsp:cNvSpPr/>
      </dsp:nvSpPr>
      <dsp:spPr>
        <a:xfrm>
          <a:off x="5612885" y="28859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Project Objective</a:t>
          </a:r>
        </a:p>
      </dsp:txBody>
      <dsp:txXfrm>
        <a:off x="5612885" y="28859"/>
        <a:ext cx="2217015" cy="940551"/>
      </dsp:txXfrm>
    </dsp:sp>
    <dsp:sp modelId="{76C25DA9-8B16-4DE0-BC86-5801CB17D0B2}">
      <dsp:nvSpPr>
        <dsp:cNvPr id="0" name=""/>
        <dsp:cNvSpPr/>
      </dsp:nvSpPr>
      <dsp:spPr>
        <a:xfrm>
          <a:off x="725374" y="1711069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13CC5-4F4D-443E-B988-214BFB852E09}">
      <dsp:nvSpPr>
        <dsp:cNvPr id="0" name=""/>
        <dsp:cNvSpPr/>
      </dsp:nvSpPr>
      <dsp:spPr>
        <a:xfrm>
          <a:off x="922890" y="1908584"/>
          <a:ext cx="545520" cy="5455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8CCF7-A598-4E0B-BE8A-3977677AE546}">
      <dsp:nvSpPr>
        <dsp:cNvPr id="0" name=""/>
        <dsp:cNvSpPr/>
      </dsp:nvSpPr>
      <dsp:spPr>
        <a:xfrm>
          <a:off x="1867473" y="1711069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Business Questions (KBQs)</a:t>
          </a:r>
        </a:p>
      </dsp:txBody>
      <dsp:txXfrm>
        <a:off x="1867473" y="1711069"/>
        <a:ext cx="2217015" cy="940551"/>
      </dsp:txXfrm>
    </dsp:sp>
    <dsp:sp modelId="{49E1016D-3927-45C7-8684-6C694AEFDCEF}">
      <dsp:nvSpPr>
        <dsp:cNvPr id="0" name=""/>
        <dsp:cNvSpPr/>
      </dsp:nvSpPr>
      <dsp:spPr>
        <a:xfrm>
          <a:off x="4470786" y="1711069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840EA-D087-42C5-AD1B-24F73CA01D67}">
      <dsp:nvSpPr>
        <dsp:cNvPr id="0" name=""/>
        <dsp:cNvSpPr/>
      </dsp:nvSpPr>
      <dsp:spPr>
        <a:xfrm>
          <a:off x="4668302" y="1908584"/>
          <a:ext cx="545520" cy="5455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B687C-452D-4F4E-A133-C953B84176F6}">
      <dsp:nvSpPr>
        <dsp:cNvPr id="0" name=""/>
        <dsp:cNvSpPr/>
      </dsp:nvSpPr>
      <dsp:spPr>
        <a:xfrm>
          <a:off x="5612885" y="1711069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Overview</a:t>
          </a:r>
        </a:p>
      </dsp:txBody>
      <dsp:txXfrm>
        <a:off x="5612885" y="1711069"/>
        <a:ext cx="2217015" cy="940551"/>
      </dsp:txXfrm>
    </dsp:sp>
    <dsp:sp modelId="{08991BEE-8F08-4932-8C96-3FC6F3707760}">
      <dsp:nvSpPr>
        <dsp:cNvPr id="0" name=""/>
        <dsp:cNvSpPr/>
      </dsp:nvSpPr>
      <dsp:spPr>
        <a:xfrm>
          <a:off x="725374" y="3393278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8238E-201C-46D4-BD58-1B691741F6AF}">
      <dsp:nvSpPr>
        <dsp:cNvPr id="0" name=""/>
        <dsp:cNvSpPr/>
      </dsp:nvSpPr>
      <dsp:spPr>
        <a:xfrm>
          <a:off x="922890" y="3590794"/>
          <a:ext cx="545520" cy="5455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113D4-40D4-4861-8C7B-6CC34BFE3830}">
      <dsp:nvSpPr>
        <dsp:cNvPr id="0" name=""/>
        <dsp:cNvSpPr/>
      </dsp:nvSpPr>
      <dsp:spPr>
        <a:xfrm>
          <a:off x="1867473" y="3393278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Analysis &amp; Findings (KBQ1–KBQ8)</a:t>
          </a:r>
        </a:p>
      </dsp:txBody>
      <dsp:txXfrm>
        <a:off x="1867473" y="3393278"/>
        <a:ext cx="2217015" cy="940551"/>
      </dsp:txXfrm>
    </dsp:sp>
    <dsp:sp modelId="{24FE2FE6-0004-45D9-A761-6A12DF04496E}">
      <dsp:nvSpPr>
        <dsp:cNvPr id="0" name=""/>
        <dsp:cNvSpPr/>
      </dsp:nvSpPr>
      <dsp:spPr>
        <a:xfrm>
          <a:off x="4470786" y="3393278"/>
          <a:ext cx="940551" cy="940551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661E3-340C-4B4E-B923-8FD243C1D363}">
      <dsp:nvSpPr>
        <dsp:cNvPr id="0" name=""/>
        <dsp:cNvSpPr/>
      </dsp:nvSpPr>
      <dsp:spPr>
        <a:xfrm>
          <a:off x="4668302" y="3590794"/>
          <a:ext cx="545520" cy="5455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EDFA-EF9E-4D5D-9FEF-719AFD8F6A17}">
      <dsp:nvSpPr>
        <dsp:cNvPr id="0" name=""/>
        <dsp:cNvSpPr/>
      </dsp:nvSpPr>
      <dsp:spPr>
        <a:xfrm>
          <a:off x="5612885" y="3393278"/>
          <a:ext cx="2217015" cy="94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Recommendations</a:t>
          </a:r>
        </a:p>
      </dsp:txBody>
      <dsp:txXfrm>
        <a:off x="5612885" y="3393278"/>
        <a:ext cx="2217015" cy="9405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ACE2E-AF57-41D1-B7F2-AC8C23F8BEEE}">
      <dsp:nvSpPr>
        <dsp:cNvPr id="0" name=""/>
        <dsp:cNvSpPr/>
      </dsp:nvSpPr>
      <dsp:spPr>
        <a:xfrm>
          <a:off x="0" y="41461"/>
          <a:ext cx="4316172" cy="6388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Dataset Overview</a:t>
          </a:r>
          <a:endParaRPr lang="en-US" sz="2600" kern="1200"/>
        </a:p>
      </dsp:txBody>
      <dsp:txXfrm>
        <a:off x="31185" y="72646"/>
        <a:ext cx="4253802" cy="576450"/>
      </dsp:txXfrm>
    </dsp:sp>
    <dsp:sp modelId="{3126D8D0-9ED6-4E6D-9480-C656AA6509E6}">
      <dsp:nvSpPr>
        <dsp:cNvPr id="0" name=""/>
        <dsp:cNvSpPr/>
      </dsp:nvSpPr>
      <dsp:spPr>
        <a:xfrm>
          <a:off x="0" y="680282"/>
          <a:ext cx="4316172" cy="247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03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Period covered: 2020–2021 (Quarterly Sales)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Metrics included: Total Sales, Units Sold, Operating Profit, Margin, Sales Method, Region, Retailer, Product Category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Total Sales in dataset = </a:t>
          </a:r>
          <a:r>
            <a:rPr lang="en-GB" sz="2000" b="1" kern="1200"/>
            <a:t>$899,902,125 </a:t>
          </a:r>
          <a:endParaRPr lang="en-US" sz="2000" kern="1200"/>
        </a:p>
      </dsp:txBody>
      <dsp:txXfrm>
        <a:off x="0" y="680282"/>
        <a:ext cx="4316172" cy="2475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AB832-9D04-4CC2-AFA8-CCF0A1125658}">
      <dsp:nvSpPr>
        <dsp:cNvPr id="0" name=""/>
        <dsp:cNvSpPr/>
      </dsp:nvSpPr>
      <dsp:spPr>
        <a:xfrm>
          <a:off x="2306998" y="42127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700" y="465208"/>
        <a:ext cx="17894" cy="3578"/>
      </dsp:txXfrm>
    </dsp:sp>
    <dsp:sp modelId="{820A0405-BF65-45AF-9FC8-D2592DBA2BE3}">
      <dsp:nvSpPr>
        <dsp:cNvPr id="0" name=""/>
        <dsp:cNvSpPr/>
      </dsp:nvSpPr>
      <dsp:spPr>
        <a:xfrm>
          <a:off x="752720" y="17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Product Strategy</a:t>
          </a:r>
          <a:endParaRPr lang="en-US" sz="1200" kern="1200"/>
        </a:p>
      </dsp:txBody>
      <dsp:txXfrm>
        <a:off x="752720" y="174"/>
        <a:ext cx="1556078" cy="933646"/>
      </dsp:txXfrm>
    </dsp:sp>
    <dsp:sp modelId="{CF07546C-9378-4CF3-9AB4-8DDE6671A659}">
      <dsp:nvSpPr>
        <dsp:cNvPr id="0" name=""/>
        <dsp:cNvSpPr/>
      </dsp:nvSpPr>
      <dsp:spPr>
        <a:xfrm>
          <a:off x="4220975" y="42127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5676" y="465208"/>
        <a:ext cx="17894" cy="3578"/>
      </dsp:txXfrm>
    </dsp:sp>
    <dsp:sp modelId="{45F2BD3C-144B-4A7E-9FCC-F77FCD3DBD98}">
      <dsp:nvSpPr>
        <dsp:cNvPr id="0" name=""/>
        <dsp:cNvSpPr/>
      </dsp:nvSpPr>
      <dsp:spPr>
        <a:xfrm>
          <a:off x="2666696" y="174"/>
          <a:ext cx="1556078" cy="933646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Keep men’s footwear as core revenue driver.</a:t>
          </a:r>
          <a:endParaRPr lang="en-US" sz="1200" kern="1200"/>
        </a:p>
      </dsp:txBody>
      <dsp:txXfrm>
        <a:off x="2666696" y="174"/>
        <a:ext cx="1556078" cy="933646"/>
      </dsp:txXfrm>
    </dsp:sp>
    <dsp:sp modelId="{FCE047E4-00F0-4D31-9EBD-9A0C042BB4B5}">
      <dsp:nvSpPr>
        <dsp:cNvPr id="0" name=""/>
        <dsp:cNvSpPr/>
      </dsp:nvSpPr>
      <dsp:spPr>
        <a:xfrm>
          <a:off x="6134951" y="42127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9652" y="465208"/>
        <a:ext cx="17894" cy="3578"/>
      </dsp:txXfrm>
    </dsp:sp>
    <dsp:sp modelId="{E8EC201C-358F-41CB-8798-33B2CEB540CF}">
      <dsp:nvSpPr>
        <dsp:cNvPr id="0" name=""/>
        <dsp:cNvSpPr/>
      </dsp:nvSpPr>
      <dsp:spPr>
        <a:xfrm>
          <a:off x="4580672" y="17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Revamp women’s athletic footwear line (collabs, influencer marketing).</a:t>
          </a:r>
          <a:endParaRPr lang="en-US" sz="1200" kern="1200"/>
        </a:p>
      </dsp:txBody>
      <dsp:txXfrm>
        <a:off x="4580672" y="174"/>
        <a:ext cx="1556078" cy="933646"/>
      </dsp:txXfrm>
    </dsp:sp>
    <dsp:sp modelId="{B6D9542E-19E9-45E0-A3B8-12FF6A24ED54}">
      <dsp:nvSpPr>
        <dsp:cNvPr id="0" name=""/>
        <dsp:cNvSpPr/>
      </dsp:nvSpPr>
      <dsp:spPr>
        <a:xfrm>
          <a:off x="1530759" y="932021"/>
          <a:ext cx="5741928" cy="327297"/>
        </a:xfrm>
        <a:custGeom>
          <a:avLst/>
          <a:gdLst/>
          <a:ahLst/>
          <a:cxnLst/>
          <a:rect l="0" t="0" r="0" b="0"/>
          <a:pathLst>
            <a:path>
              <a:moveTo>
                <a:pt x="5741928" y="0"/>
              </a:moveTo>
              <a:lnTo>
                <a:pt x="5741928" y="180748"/>
              </a:lnTo>
              <a:lnTo>
                <a:pt x="0" y="180748"/>
              </a:lnTo>
              <a:lnTo>
                <a:pt x="0" y="327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57897" y="1093880"/>
        <a:ext cx="287653" cy="3578"/>
      </dsp:txXfrm>
    </dsp:sp>
    <dsp:sp modelId="{BD76986E-62A9-4E5E-8C35-2F8D30FC2EB3}">
      <dsp:nvSpPr>
        <dsp:cNvPr id="0" name=""/>
        <dsp:cNvSpPr/>
      </dsp:nvSpPr>
      <dsp:spPr>
        <a:xfrm>
          <a:off x="6494649" y="17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Stabilize apparel with trend-based &amp; seasonal collections.</a:t>
          </a:r>
          <a:endParaRPr lang="en-US" sz="1200" kern="1200"/>
        </a:p>
      </dsp:txBody>
      <dsp:txXfrm>
        <a:off x="6494649" y="174"/>
        <a:ext cx="1556078" cy="933646"/>
      </dsp:txXfrm>
    </dsp:sp>
    <dsp:sp modelId="{1172081A-9B30-497C-8771-0161C8039F2F}">
      <dsp:nvSpPr>
        <dsp:cNvPr id="0" name=""/>
        <dsp:cNvSpPr/>
      </dsp:nvSpPr>
      <dsp:spPr>
        <a:xfrm>
          <a:off x="2306998" y="171282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700" y="1756753"/>
        <a:ext cx="17894" cy="3578"/>
      </dsp:txXfrm>
    </dsp:sp>
    <dsp:sp modelId="{A43F926B-90B9-4FF8-BFC8-39C33F59ECB8}">
      <dsp:nvSpPr>
        <dsp:cNvPr id="0" name=""/>
        <dsp:cNvSpPr/>
      </dsp:nvSpPr>
      <dsp:spPr>
        <a:xfrm>
          <a:off x="752720" y="1291719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Channel Optimization</a:t>
          </a:r>
          <a:endParaRPr lang="en-US" sz="1200" kern="1200"/>
        </a:p>
      </dsp:txBody>
      <dsp:txXfrm>
        <a:off x="752720" y="1291719"/>
        <a:ext cx="1556078" cy="933646"/>
      </dsp:txXfrm>
    </dsp:sp>
    <dsp:sp modelId="{B19C63DB-7903-4CBE-8907-15E90CD88273}">
      <dsp:nvSpPr>
        <dsp:cNvPr id="0" name=""/>
        <dsp:cNvSpPr/>
      </dsp:nvSpPr>
      <dsp:spPr>
        <a:xfrm>
          <a:off x="4220975" y="171282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5676" y="1756753"/>
        <a:ext cx="17894" cy="3578"/>
      </dsp:txXfrm>
    </dsp:sp>
    <dsp:sp modelId="{03A6CC4C-82D2-423B-8C9C-FE808B9C9324}">
      <dsp:nvSpPr>
        <dsp:cNvPr id="0" name=""/>
        <dsp:cNvSpPr/>
      </dsp:nvSpPr>
      <dsp:spPr>
        <a:xfrm>
          <a:off x="2666696" y="1291719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Strengthen e-commerce (mobile-first, loyalty programs).</a:t>
          </a:r>
          <a:endParaRPr lang="en-US" sz="1200" kern="1200"/>
        </a:p>
      </dsp:txBody>
      <dsp:txXfrm>
        <a:off x="2666696" y="1291719"/>
        <a:ext cx="1556078" cy="933646"/>
      </dsp:txXfrm>
    </dsp:sp>
    <dsp:sp modelId="{24061524-82EC-4947-A1F3-536DC688FE55}">
      <dsp:nvSpPr>
        <dsp:cNvPr id="0" name=""/>
        <dsp:cNvSpPr/>
      </dsp:nvSpPr>
      <dsp:spPr>
        <a:xfrm>
          <a:off x="6134951" y="171282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9652" y="1756753"/>
        <a:ext cx="17894" cy="3578"/>
      </dsp:txXfrm>
    </dsp:sp>
    <dsp:sp modelId="{EEAD0A1F-EA46-4C79-A8E6-34FF9D6DB70E}">
      <dsp:nvSpPr>
        <dsp:cNvPr id="0" name=""/>
        <dsp:cNvSpPr/>
      </dsp:nvSpPr>
      <dsp:spPr>
        <a:xfrm>
          <a:off x="4580672" y="1291719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Integrate omnichannel (online orders + in-store pickup).</a:t>
          </a:r>
          <a:endParaRPr lang="en-US" sz="1200" kern="1200"/>
        </a:p>
      </dsp:txBody>
      <dsp:txXfrm>
        <a:off x="4580672" y="1291719"/>
        <a:ext cx="1556078" cy="933646"/>
      </dsp:txXfrm>
    </dsp:sp>
    <dsp:sp modelId="{5599A3D2-6BCF-4889-8329-60B66F1E378B}">
      <dsp:nvSpPr>
        <dsp:cNvPr id="0" name=""/>
        <dsp:cNvSpPr/>
      </dsp:nvSpPr>
      <dsp:spPr>
        <a:xfrm>
          <a:off x="1530759" y="2223566"/>
          <a:ext cx="5741928" cy="327297"/>
        </a:xfrm>
        <a:custGeom>
          <a:avLst/>
          <a:gdLst/>
          <a:ahLst/>
          <a:cxnLst/>
          <a:rect l="0" t="0" r="0" b="0"/>
          <a:pathLst>
            <a:path>
              <a:moveTo>
                <a:pt x="5741928" y="0"/>
              </a:moveTo>
              <a:lnTo>
                <a:pt x="5741928" y="180748"/>
              </a:lnTo>
              <a:lnTo>
                <a:pt x="0" y="180748"/>
              </a:lnTo>
              <a:lnTo>
                <a:pt x="0" y="327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57897" y="2385425"/>
        <a:ext cx="287653" cy="3578"/>
      </dsp:txXfrm>
    </dsp:sp>
    <dsp:sp modelId="{064EEB0F-D454-4391-8A86-C142FAF3B894}">
      <dsp:nvSpPr>
        <dsp:cNvPr id="0" name=""/>
        <dsp:cNvSpPr/>
      </dsp:nvSpPr>
      <dsp:spPr>
        <a:xfrm>
          <a:off x="6494649" y="1291719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Maintain in-store experience for flagship launches.</a:t>
          </a:r>
          <a:endParaRPr lang="en-US" sz="1200" kern="1200"/>
        </a:p>
      </dsp:txBody>
      <dsp:txXfrm>
        <a:off x="6494649" y="1291719"/>
        <a:ext cx="1556078" cy="933646"/>
      </dsp:txXfrm>
    </dsp:sp>
    <dsp:sp modelId="{50C4EB47-CF80-4771-B769-751C0DC79486}">
      <dsp:nvSpPr>
        <dsp:cNvPr id="0" name=""/>
        <dsp:cNvSpPr/>
      </dsp:nvSpPr>
      <dsp:spPr>
        <a:xfrm>
          <a:off x="2306998" y="300436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700" y="3048298"/>
        <a:ext cx="17894" cy="3578"/>
      </dsp:txXfrm>
    </dsp:sp>
    <dsp:sp modelId="{9056C634-F4B4-47EC-A5BC-A370584BC3BC}">
      <dsp:nvSpPr>
        <dsp:cNvPr id="0" name=""/>
        <dsp:cNvSpPr/>
      </dsp:nvSpPr>
      <dsp:spPr>
        <a:xfrm>
          <a:off x="752720" y="258326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Regional Focus</a:t>
          </a:r>
          <a:endParaRPr lang="en-US" sz="1200" kern="1200"/>
        </a:p>
      </dsp:txBody>
      <dsp:txXfrm>
        <a:off x="752720" y="2583264"/>
        <a:ext cx="1556078" cy="933646"/>
      </dsp:txXfrm>
    </dsp:sp>
    <dsp:sp modelId="{814A9DFE-4FDD-4F8F-AA04-C8053EC756A8}">
      <dsp:nvSpPr>
        <dsp:cNvPr id="0" name=""/>
        <dsp:cNvSpPr/>
      </dsp:nvSpPr>
      <dsp:spPr>
        <a:xfrm>
          <a:off x="4220975" y="300436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5676" y="3048298"/>
        <a:ext cx="17894" cy="3578"/>
      </dsp:txXfrm>
    </dsp:sp>
    <dsp:sp modelId="{64E99E79-B1CF-4D57-8281-8DD56AABEBE3}">
      <dsp:nvSpPr>
        <dsp:cNvPr id="0" name=""/>
        <dsp:cNvSpPr/>
      </dsp:nvSpPr>
      <dsp:spPr>
        <a:xfrm>
          <a:off x="2666696" y="258326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Replicate West region’s strategies in Midwest.</a:t>
          </a:r>
          <a:endParaRPr lang="en-US" sz="1200" kern="1200"/>
        </a:p>
      </dsp:txBody>
      <dsp:txXfrm>
        <a:off x="2666696" y="2583264"/>
        <a:ext cx="1556078" cy="933646"/>
      </dsp:txXfrm>
    </dsp:sp>
    <dsp:sp modelId="{9FBD9714-B537-451F-B1C1-2107A5AD0955}">
      <dsp:nvSpPr>
        <dsp:cNvPr id="0" name=""/>
        <dsp:cNvSpPr/>
      </dsp:nvSpPr>
      <dsp:spPr>
        <a:xfrm>
          <a:off x="6134951" y="300436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9652" y="3048298"/>
        <a:ext cx="17894" cy="3578"/>
      </dsp:txXfrm>
    </dsp:sp>
    <dsp:sp modelId="{E7A4AB9D-912B-4713-A521-3D43D17C2053}">
      <dsp:nvSpPr>
        <dsp:cNvPr id="0" name=""/>
        <dsp:cNvSpPr/>
      </dsp:nvSpPr>
      <dsp:spPr>
        <a:xfrm>
          <a:off x="4580672" y="258326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Push women’s apparel in South (local demand).</a:t>
          </a:r>
          <a:endParaRPr lang="en-US" sz="1200" kern="1200"/>
        </a:p>
      </dsp:txBody>
      <dsp:txXfrm>
        <a:off x="4580672" y="2583264"/>
        <a:ext cx="1556078" cy="933646"/>
      </dsp:txXfrm>
    </dsp:sp>
    <dsp:sp modelId="{F6496695-1B5C-434D-A9E0-8A2DA5B9E5E5}">
      <dsp:nvSpPr>
        <dsp:cNvPr id="0" name=""/>
        <dsp:cNvSpPr/>
      </dsp:nvSpPr>
      <dsp:spPr>
        <a:xfrm>
          <a:off x="1530759" y="3515110"/>
          <a:ext cx="5741928" cy="327297"/>
        </a:xfrm>
        <a:custGeom>
          <a:avLst/>
          <a:gdLst/>
          <a:ahLst/>
          <a:cxnLst/>
          <a:rect l="0" t="0" r="0" b="0"/>
          <a:pathLst>
            <a:path>
              <a:moveTo>
                <a:pt x="5741928" y="0"/>
              </a:moveTo>
              <a:lnTo>
                <a:pt x="5741928" y="180748"/>
              </a:lnTo>
              <a:lnTo>
                <a:pt x="0" y="180748"/>
              </a:lnTo>
              <a:lnTo>
                <a:pt x="0" y="327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57897" y="3676970"/>
        <a:ext cx="287653" cy="3578"/>
      </dsp:txXfrm>
    </dsp:sp>
    <dsp:sp modelId="{7ED644FF-C4A5-4561-A63A-CB12B453BD81}">
      <dsp:nvSpPr>
        <dsp:cNvPr id="0" name=""/>
        <dsp:cNvSpPr/>
      </dsp:nvSpPr>
      <dsp:spPr>
        <a:xfrm>
          <a:off x="6494649" y="2583264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Tailored promotions for Northeast &amp; Midwest to boost profit margins.</a:t>
          </a:r>
          <a:endParaRPr lang="en-US" sz="1200" kern="1200"/>
        </a:p>
      </dsp:txBody>
      <dsp:txXfrm>
        <a:off x="6494649" y="2583264"/>
        <a:ext cx="1556078" cy="933646"/>
      </dsp:txXfrm>
    </dsp:sp>
    <dsp:sp modelId="{D66543AD-6893-45EE-B5C1-C0873906E933}">
      <dsp:nvSpPr>
        <dsp:cNvPr id="0" name=""/>
        <dsp:cNvSpPr/>
      </dsp:nvSpPr>
      <dsp:spPr>
        <a:xfrm>
          <a:off x="2306998" y="429591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700" y="4339842"/>
        <a:ext cx="17894" cy="3578"/>
      </dsp:txXfrm>
    </dsp:sp>
    <dsp:sp modelId="{333119EB-5C7F-4DA3-8588-0C8B2AA1E082}">
      <dsp:nvSpPr>
        <dsp:cNvPr id="0" name=""/>
        <dsp:cNvSpPr/>
      </dsp:nvSpPr>
      <dsp:spPr>
        <a:xfrm>
          <a:off x="752720" y="3874808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Retailer &amp; Partner Management</a:t>
          </a:r>
          <a:endParaRPr lang="en-US" sz="1200" kern="1200"/>
        </a:p>
      </dsp:txBody>
      <dsp:txXfrm>
        <a:off x="752720" y="3874808"/>
        <a:ext cx="1556078" cy="933646"/>
      </dsp:txXfrm>
    </dsp:sp>
    <dsp:sp modelId="{C6C56885-5068-409F-B5D0-88655478CC06}">
      <dsp:nvSpPr>
        <dsp:cNvPr id="0" name=""/>
        <dsp:cNvSpPr/>
      </dsp:nvSpPr>
      <dsp:spPr>
        <a:xfrm>
          <a:off x="4220975" y="429591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5676" y="4339842"/>
        <a:ext cx="17894" cy="3578"/>
      </dsp:txXfrm>
    </dsp:sp>
    <dsp:sp modelId="{4B980AE8-8A5E-4F6F-AB06-FBF86FE094B5}">
      <dsp:nvSpPr>
        <dsp:cNvPr id="0" name=""/>
        <dsp:cNvSpPr/>
      </dsp:nvSpPr>
      <dsp:spPr>
        <a:xfrm>
          <a:off x="2666696" y="3874808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Deepen Foot Locker + West Gear partnerships.</a:t>
          </a:r>
          <a:endParaRPr lang="en-US" sz="1200" kern="1200"/>
        </a:p>
      </dsp:txBody>
      <dsp:txXfrm>
        <a:off x="2666696" y="3874808"/>
        <a:ext cx="1556078" cy="933646"/>
      </dsp:txXfrm>
    </dsp:sp>
    <dsp:sp modelId="{07667794-C2B7-4ADB-B317-F8E4AF57F4A3}">
      <dsp:nvSpPr>
        <dsp:cNvPr id="0" name=""/>
        <dsp:cNvSpPr/>
      </dsp:nvSpPr>
      <dsp:spPr>
        <a:xfrm>
          <a:off x="6134951" y="4295912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9652" y="4339842"/>
        <a:ext cx="17894" cy="3578"/>
      </dsp:txXfrm>
    </dsp:sp>
    <dsp:sp modelId="{2EAAC6D0-0F3C-46DD-B4DC-25992AC2FBAD}">
      <dsp:nvSpPr>
        <dsp:cNvPr id="0" name=""/>
        <dsp:cNvSpPr/>
      </dsp:nvSpPr>
      <dsp:spPr>
        <a:xfrm>
          <a:off x="4580672" y="3874808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Fix Walmart underperformance with exclusive lines.</a:t>
          </a:r>
          <a:endParaRPr lang="en-US" sz="1200" kern="1200"/>
        </a:p>
      </dsp:txBody>
      <dsp:txXfrm>
        <a:off x="4580672" y="3874808"/>
        <a:ext cx="1556078" cy="933646"/>
      </dsp:txXfrm>
    </dsp:sp>
    <dsp:sp modelId="{11D9E52C-A21D-4A8B-B80D-BF9806ABF802}">
      <dsp:nvSpPr>
        <dsp:cNvPr id="0" name=""/>
        <dsp:cNvSpPr/>
      </dsp:nvSpPr>
      <dsp:spPr>
        <a:xfrm>
          <a:off x="1530759" y="4806655"/>
          <a:ext cx="5741928" cy="327297"/>
        </a:xfrm>
        <a:custGeom>
          <a:avLst/>
          <a:gdLst/>
          <a:ahLst/>
          <a:cxnLst/>
          <a:rect l="0" t="0" r="0" b="0"/>
          <a:pathLst>
            <a:path>
              <a:moveTo>
                <a:pt x="5741928" y="0"/>
              </a:moveTo>
              <a:lnTo>
                <a:pt x="5741928" y="180748"/>
              </a:lnTo>
              <a:lnTo>
                <a:pt x="0" y="180748"/>
              </a:lnTo>
              <a:lnTo>
                <a:pt x="0" y="327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57897" y="4968515"/>
        <a:ext cx="287653" cy="3578"/>
      </dsp:txXfrm>
    </dsp:sp>
    <dsp:sp modelId="{122D9D57-F038-4DB8-AC02-01692E7E04A8}">
      <dsp:nvSpPr>
        <dsp:cNvPr id="0" name=""/>
        <dsp:cNvSpPr/>
      </dsp:nvSpPr>
      <dsp:spPr>
        <a:xfrm>
          <a:off x="6494649" y="3874808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Expand steady growth on Amazon.</a:t>
          </a:r>
          <a:endParaRPr lang="en-US" sz="1200" kern="1200"/>
        </a:p>
      </dsp:txBody>
      <dsp:txXfrm>
        <a:off x="6494649" y="3874808"/>
        <a:ext cx="1556078" cy="933646"/>
      </dsp:txXfrm>
    </dsp:sp>
    <dsp:sp modelId="{8F09C0E4-813C-4848-9D34-F85475DAFDC7}">
      <dsp:nvSpPr>
        <dsp:cNvPr id="0" name=""/>
        <dsp:cNvSpPr/>
      </dsp:nvSpPr>
      <dsp:spPr>
        <a:xfrm>
          <a:off x="2306998" y="558745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700" y="5631387"/>
        <a:ext cx="17894" cy="3578"/>
      </dsp:txXfrm>
    </dsp:sp>
    <dsp:sp modelId="{F994BF0B-3BE6-4A97-9B43-50AEB6334AE7}">
      <dsp:nvSpPr>
        <dsp:cNvPr id="0" name=""/>
        <dsp:cNvSpPr/>
      </dsp:nvSpPr>
      <dsp:spPr>
        <a:xfrm>
          <a:off x="752720" y="5166353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Demand Forecasting</a:t>
          </a:r>
          <a:endParaRPr lang="en-US" sz="1200" kern="1200"/>
        </a:p>
      </dsp:txBody>
      <dsp:txXfrm>
        <a:off x="752720" y="5166353"/>
        <a:ext cx="1556078" cy="933646"/>
      </dsp:txXfrm>
    </dsp:sp>
    <dsp:sp modelId="{B821C3A9-CD70-4883-9191-C67ACC39AEEE}">
      <dsp:nvSpPr>
        <dsp:cNvPr id="0" name=""/>
        <dsp:cNvSpPr/>
      </dsp:nvSpPr>
      <dsp:spPr>
        <a:xfrm>
          <a:off x="4220975" y="558745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5676" y="5631387"/>
        <a:ext cx="17894" cy="3578"/>
      </dsp:txXfrm>
    </dsp:sp>
    <dsp:sp modelId="{7FB8CA63-A29B-49A4-9A9C-044341FAEBAC}">
      <dsp:nvSpPr>
        <dsp:cNvPr id="0" name=""/>
        <dsp:cNvSpPr/>
      </dsp:nvSpPr>
      <dsp:spPr>
        <a:xfrm>
          <a:off x="2666696" y="5166353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Prepare for Q3 spikes (stock footwear).</a:t>
          </a:r>
          <a:endParaRPr lang="en-US" sz="1200" kern="1200"/>
        </a:p>
      </dsp:txBody>
      <dsp:txXfrm>
        <a:off x="2666696" y="5166353"/>
        <a:ext cx="1556078" cy="933646"/>
      </dsp:txXfrm>
    </dsp:sp>
    <dsp:sp modelId="{97C52923-1AD2-4341-ABE5-29F22186B936}">
      <dsp:nvSpPr>
        <dsp:cNvPr id="0" name=""/>
        <dsp:cNvSpPr/>
      </dsp:nvSpPr>
      <dsp:spPr>
        <a:xfrm>
          <a:off x="6134951" y="5587457"/>
          <a:ext cx="32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9652" y="5631387"/>
        <a:ext cx="17894" cy="3578"/>
      </dsp:txXfrm>
    </dsp:sp>
    <dsp:sp modelId="{03959283-F7F0-4340-B3D7-F9F77871CF05}">
      <dsp:nvSpPr>
        <dsp:cNvPr id="0" name=""/>
        <dsp:cNvSpPr/>
      </dsp:nvSpPr>
      <dsp:spPr>
        <a:xfrm>
          <a:off x="4580672" y="5166353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Address Q4 decline with holiday campaigns.</a:t>
          </a:r>
          <a:endParaRPr lang="en-US" sz="1200" kern="1200"/>
        </a:p>
      </dsp:txBody>
      <dsp:txXfrm>
        <a:off x="4580672" y="5166353"/>
        <a:ext cx="1556078" cy="933646"/>
      </dsp:txXfrm>
    </dsp:sp>
    <dsp:sp modelId="{27C3C6EB-9A2B-49DD-BB6A-80243664DCC2}">
      <dsp:nvSpPr>
        <dsp:cNvPr id="0" name=""/>
        <dsp:cNvSpPr/>
      </dsp:nvSpPr>
      <dsp:spPr>
        <a:xfrm>
          <a:off x="6494649" y="5166353"/>
          <a:ext cx="1556078" cy="933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49" tIns="80037" rIns="76249" bIns="800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Invest in predictive analytics to align inventory with seasonal demand.</a:t>
          </a:r>
          <a:endParaRPr lang="en-US" sz="1200" kern="1200"/>
        </a:p>
      </dsp:txBody>
      <dsp:txXfrm>
        <a:off x="6494649" y="5166353"/>
        <a:ext cx="1556078" cy="933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B0BC3-2754-4171-8479-F4D45F3114C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1DC46-83F7-4F1F-BAA8-699E460A57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9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1DC46-83F7-4F1F-BAA8-699E460A573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170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1DC46-83F7-4F1F-BAA8-699E460A573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36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74F2-B408-166E-3AB8-25054F7C4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CD934-9DE4-F6CE-4FEA-ABF2EA103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E672-6D49-094C-AF91-69D5C7B9A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2E0A-7F58-06FD-5E61-66F30EA3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255B8-97E4-D7CC-277B-10C0DD5B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8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17C2-D58C-F615-8593-51968508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421C9-98FB-23F1-0FE8-6BD2F9B40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9DEB5-0490-2FBB-18B5-8DD812EC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E19EE-4380-8082-9EDD-208EE926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58525-6874-E15F-3FD9-DE5394B5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5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FEA9-12BE-73E2-C1DC-91D29882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78928-21DA-9BB4-0E14-56F552E23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2EB2C-736E-A14C-4C74-FCE0B599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FB874-3B86-A559-B690-E01885AA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4A1E-0C5C-C5AF-1FA2-9BB33550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27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3A5C-7FB8-26FE-4628-2ECF7573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6A6C9-F5D4-3F04-4E6F-80E5675ED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1CA83-8AFA-5306-68A3-1F5860953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0A158-F66D-ECB1-39E3-4E61243A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4D3D-FE20-2D30-9D70-D932C2D6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9C94-5444-3F42-1C13-5743FCFF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A4BE-FE3A-AAA0-0724-54AF03D8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D3EEC-7E83-5434-DDE5-B145ECE5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FA057-CA91-973B-6ACE-337E90BB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92A39-6C64-72A8-7954-8819319E9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5296B-98B0-C53B-3533-4B4409378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A9DE6-40E7-6B68-6A4F-F84459CF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A785B-7977-342B-DA42-68E80F14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2C531-25DD-06E3-C9CF-4917F18C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E3D5-680B-32C7-D830-D3D01A01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45DAF-0DD8-CAFC-EB0B-17918DF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78523-5ACF-C156-1C07-A4BCB4A2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CE44D-9F49-D9B9-BF9E-9AA44493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DFAFFC-BF11-405F-50CC-EF93D07F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AD1B6-EDFA-98E6-8669-B78F3EAB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5868B-DDC8-D62F-AF3E-D69438F6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9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04B1-4099-189D-7C65-C98281F5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FC9F4-F7FB-16C2-16EA-E33327F86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F6C7B-2AC0-51C6-DFC3-7A184FFDA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99B22-8F1A-7B97-CFE6-29C7F76E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E5825-85B6-D749-E8DC-8CE75C83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40EE8-F22B-187E-EEB2-C2438004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8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AD22-59AB-53EF-3032-6D6F2837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9B6E1-D270-F8F8-0E83-BC66512A8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7D4D-E081-AAF0-BCBD-04EB0F9CA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3D946-A042-D574-6AE1-46734771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C7AA0-19D4-4F89-B157-52BE0964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D4CE-75C4-620A-3E1A-9EC65109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11E4-5A6A-4B38-6E54-B224A956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E30AD-8CEF-A0D1-89BD-86DC23E78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7DD2-ED09-67ED-B28D-70F4D4E2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2FC77-EA8B-FE51-0212-317D6574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AAE47-75AE-4D11-A111-CF723697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0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54E53-DAF6-C66C-4413-88A9C73C1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377BB-0FC8-2BFA-C2B9-0B23579A2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6714E-CF37-BCF1-3918-0E946354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566D6-12CF-7792-9C81-AFF49DDC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DF87D-B928-3705-06F7-B23CB779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1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8671D-7569-9ED5-D695-12D141F5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EBE2-F699-87BF-6A2C-8245AF19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DC2CE-81D3-F6EC-08FE-3A82F8AF8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21A93-35FA-01C4-5242-B10F65B2E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259B4-0954-649C-C7EA-E2319519B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1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1" r:id="rId7"/>
    <p:sldLayoutId id="2147483982" r:id="rId8"/>
    <p:sldLayoutId id="2147483983" r:id="rId9"/>
    <p:sldLayoutId id="2147483984" r:id="rId10"/>
    <p:sldLayoutId id="214748398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ping.yahoo.com/style/shoes/articles/adidas-outlet-180-ultraboost-shoes-175237213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angelcaido666x.blogspot.com/2006/07/el-mundial-de-las-marcas-lo-gano-puma.html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ign with white text&#10;&#10;AI-generated content may be incorrect.">
            <a:extLst>
              <a:ext uri="{FF2B5EF4-FFF2-40B4-BE49-F238E27FC236}">
                <a16:creationId xmlns:a16="http://schemas.microsoft.com/office/drawing/2014/main" id="{AF9F0C14-40D4-EEDD-C3D4-AE2EC3BEA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002" r="15000" b="-1"/>
          <a:stretch>
            <a:fillRect/>
          </a:stretch>
        </p:blipFill>
        <p:spPr>
          <a:xfrm>
            <a:off x="3908121" y="10"/>
            <a:ext cx="5235879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457200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2900" i="1"/>
              <a:t>Adidas Sales Data Analysis</a:t>
            </a:r>
            <a:br>
              <a:rPr lang="en-US" sz="2900" i="1"/>
            </a:br>
            <a:r>
              <a:rPr lang="en-US" sz="2900"/>
              <a:t>BeTechified Capstone Project  September Cohort</a:t>
            </a:r>
            <a:br>
              <a:rPr lang="en-US" sz="2900" i="1"/>
            </a:br>
            <a:br>
              <a:rPr lang="en-US" sz="2900" i="1"/>
            </a:br>
            <a:endParaRPr lang="en-US" sz="29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17C99FF-A67F-F06C-644D-57D9BD9C8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1400" b="1" dirty="0"/>
              <a:t>Presented </a:t>
            </a:r>
          </a:p>
          <a:p>
            <a:pPr defTabSz="914400"/>
            <a:r>
              <a:rPr lang="en-US" sz="1400" b="1" dirty="0"/>
              <a:t>BY </a:t>
            </a:r>
            <a:endParaRPr lang="en-US" sz="1400" dirty="0"/>
          </a:p>
          <a:p>
            <a:pPr defTabSz="914400"/>
            <a:r>
              <a:rPr lang="en-US" sz="1400" b="1" dirty="0"/>
              <a:t>  Data Analytics Team 3</a:t>
            </a:r>
            <a:endParaRPr lang="en-US" sz="1400" dirty="0"/>
          </a:p>
          <a:p>
            <a:pPr defTabSz="914400"/>
            <a:r>
              <a:rPr lang="en-US" sz="1400" b="1" dirty="0"/>
              <a:t>Date:</a:t>
            </a:r>
            <a:r>
              <a:rPr lang="en-US" sz="1400" dirty="0"/>
              <a:t> October 2025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extBox 2">
            <a:extLst>
              <a:ext uri="{FF2B5EF4-FFF2-40B4-BE49-F238E27FC236}">
                <a16:creationId xmlns:a16="http://schemas.microsoft.com/office/drawing/2014/main" id="{5F279C87-385E-DE37-3228-C89773D0F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478791"/>
              </p:ext>
            </p:extLst>
          </p:nvPr>
        </p:nvGraphicFramePr>
        <p:xfrm>
          <a:off x="263047" y="1809510"/>
          <a:ext cx="8555275" cy="4362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453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14EAFD5-4FE6-E633-C45E-9FCD5A1AC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1097" y="2144784"/>
            <a:ext cx="2907124" cy="2136736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10E5559-4324-5C5D-FF77-121C3B0BB8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540865"/>
              </p:ext>
            </p:extLst>
          </p:nvPr>
        </p:nvGraphicFramePr>
        <p:xfrm>
          <a:off x="4197376" y="2405894"/>
          <a:ext cx="4316172" cy="3197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5948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KBQ1: </a:t>
            </a:r>
            <a:r>
              <a:rPr lang="en-US" sz="2700"/>
              <a:t> Top performing Adidas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r>
              <a:rPr lang="en-GB"/>
              <a:t>Insight:</a:t>
            </a:r>
          </a:p>
          <a:p>
            <a:pPr>
              <a:defRPr sz="2000"/>
            </a:pPr>
            <a:r>
              <a:rPr lang="en-GB"/>
              <a:t> Men’s Footwear leads revenue contribution.</a:t>
            </a:r>
          </a:p>
          <a:p>
            <a:pPr marL="0" indent="0">
              <a:buNone/>
              <a:defRPr sz="2000"/>
            </a:pPr>
            <a:r>
              <a:rPr lang="en-US"/>
              <a:t>Recommendation:</a:t>
            </a:r>
          </a:p>
          <a:p>
            <a:pPr>
              <a:defRPr sz="2000"/>
            </a:pPr>
            <a:r>
              <a:rPr lang="en-US"/>
              <a:t>Adidas should maintain footwear as the </a:t>
            </a:r>
            <a:r>
              <a:rPr lang="en-US" b="1"/>
              <a:t>revenue anchor</a:t>
            </a:r>
            <a:r>
              <a:rPr lang="en-US"/>
              <a:t>, while stabilizing apparel sales with better forecasting and seasonal campaigns.</a:t>
            </a:r>
          </a:p>
          <a:p>
            <a:pPr algn="l">
              <a:defRPr sz="2000"/>
            </a:pPr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C32B98F-E4BF-51AB-47E3-EF9F9B5F6A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344784"/>
              </p:ext>
            </p:extLst>
          </p:nvPr>
        </p:nvGraphicFramePr>
        <p:xfrm>
          <a:off x="0" y="1417638"/>
          <a:ext cx="8686800" cy="3840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7786" y="-196026"/>
            <a:ext cx="9281786" cy="1235685"/>
          </a:xfrm>
        </p:spPr>
        <p:txBody>
          <a:bodyPr>
            <a:normAutofit/>
          </a:bodyPr>
          <a:lstStyle/>
          <a:p>
            <a:r>
              <a:t>KBQ2: </a:t>
            </a:r>
            <a:r>
              <a:rPr lang="en-US"/>
              <a:t>West Region Leads Sales and Profit Growth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69293"/>
            <a:ext cx="8229600" cy="3019709"/>
          </a:xfrm>
        </p:spPr>
        <p:txBody>
          <a:bodyPr>
            <a:normAutofit fontScale="40000" lnSpcReduction="20000"/>
          </a:bodyPr>
          <a:lstStyle/>
          <a:p>
            <a:endParaRPr/>
          </a:p>
          <a:p>
            <a:pPr marL="0" indent="0" algn="l">
              <a:buNone/>
              <a:defRPr sz="2000"/>
            </a:pPr>
            <a:endParaRPr lang="en-US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endParaRPr/>
          </a:p>
          <a:p>
            <a:pPr marL="0" indent="0">
              <a:buNone/>
              <a:defRPr sz="2000"/>
            </a:pPr>
            <a:r>
              <a:rPr b="1"/>
              <a:t>Insight:</a:t>
            </a:r>
            <a:endParaRPr lang="en-US" b="1"/>
          </a:p>
          <a:p>
            <a:pPr>
              <a:defRPr sz="2000"/>
            </a:pPr>
            <a:r>
              <a:rPr lang="en-US" b="1"/>
              <a:t>West region</a:t>
            </a:r>
            <a:r>
              <a:rPr lang="en-US"/>
              <a:t> leads with highest sales ($269.9M) and profit ($89.6M).</a:t>
            </a:r>
          </a:p>
          <a:p>
            <a:pPr>
              <a:defRPr sz="2000"/>
            </a:pPr>
            <a:r>
              <a:rPr lang="en-US" b="1"/>
              <a:t>Northeast</a:t>
            </a:r>
            <a:r>
              <a:rPr lang="en-US"/>
              <a:t> is 2nd strongest performer.</a:t>
            </a:r>
          </a:p>
          <a:p>
            <a:pPr>
              <a:defRPr sz="2000"/>
            </a:pPr>
            <a:r>
              <a:rPr lang="en-US" b="1"/>
              <a:t>Midwest</a:t>
            </a:r>
            <a:r>
              <a:rPr lang="en-US"/>
              <a:t> shows lowest profit, needing review.</a:t>
            </a:r>
          </a:p>
          <a:p>
            <a:pPr marL="0" indent="0">
              <a:buNone/>
            </a:pPr>
            <a:r>
              <a:rPr lang="en-US" b="1"/>
              <a:t>Recommendation:</a:t>
            </a:r>
          </a:p>
          <a:p>
            <a:r>
              <a:rPr lang="en-US"/>
              <a:t>Replicate West’s winning strategies (marketing, retail partnerships).</a:t>
            </a:r>
          </a:p>
          <a:p>
            <a:r>
              <a:rPr lang="en-US"/>
              <a:t>Invest in Midwest with promotions or retail push.</a:t>
            </a:r>
          </a:p>
          <a:p>
            <a:r>
              <a:rPr lang="en-US"/>
              <a:t>Localize campaigns (e.g., women’s apparel focus in South).</a:t>
            </a:r>
          </a:p>
          <a:p>
            <a:pPr>
              <a:defRPr sz="2000"/>
            </a:pPr>
            <a:endParaRPr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78A0BC7-B38A-2480-DDE5-C78B2B971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5186154"/>
              </p:ext>
            </p:extLst>
          </p:nvPr>
        </p:nvGraphicFramePr>
        <p:xfrm>
          <a:off x="100209" y="864296"/>
          <a:ext cx="5373666" cy="3508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050D8D9-7349-5B09-4FB7-227A6F100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4448134"/>
              </p:ext>
            </p:extLst>
          </p:nvPr>
        </p:nvGraphicFramePr>
        <p:xfrm>
          <a:off x="5473874" y="1292376"/>
          <a:ext cx="3670125" cy="3749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9137"/>
          </a:xfrm>
        </p:spPr>
        <p:txBody>
          <a:bodyPr>
            <a:normAutofit fontScale="90000"/>
          </a:bodyPr>
          <a:lstStyle/>
          <a:p>
            <a:r>
              <a:t>KBQ3: </a:t>
            </a:r>
            <a:r>
              <a:rPr lang="en-US"/>
              <a:t>Sales Trend Analysis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416" y="2317315"/>
            <a:ext cx="8486384" cy="4540685"/>
          </a:xfrm>
        </p:spPr>
        <p:txBody>
          <a:bodyPr>
            <a:noAutofit/>
          </a:bodyPr>
          <a:lstStyle/>
          <a:p>
            <a:endParaRPr sz="900"/>
          </a:p>
          <a:p>
            <a:pPr marL="0" indent="0" algn="l">
              <a:buNone/>
              <a:defRPr sz="2000"/>
            </a:pPr>
            <a:endParaRPr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endParaRPr lang="en-GB" sz="900"/>
          </a:p>
          <a:p>
            <a:pPr algn="l">
              <a:defRPr sz="2000"/>
            </a:pPr>
            <a:r>
              <a:rPr lang="en-GB" sz="1400" b="1"/>
              <a:t>Insight</a:t>
            </a:r>
            <a:r>
              <a:rPr sz="1400" b="1"/>
              <a:t>: </a:t>
            </a:r>
            <a:endParaRPr lang="en-US" sz="1400" b="1"/>
          </a:p>
          <a:p>
            <a:pPr lvl="1"/>
            <a:r>
              <a:rPr lang="en-US" sz="1050"/>
              <a:t>Q2/Q3 = strong growth.</a:t>
            </a:r>
          </a:p>
          <a:p>
            <a:pPr lvl="1"/>
            <a:r>
              <a:rPr lang="en-US" sz="1050"/>
              <a:t>Q4 = decline.</a:t>
            </a:r>
          </a:p>
          <a:p>
            <a:pPr lvl="1"/>
            <a:r>
              <a:rPr lang="en-US" sz="1050"/>
              <a:t>Apparel fluctuates more than footwear.</a:t>
            </a:r>
          </a:p>
          <a:p>
            <a:r>
              <a:rPr lang="en-US" sz="1400" b="1"/>
              <a:t>Recommendation:</a:t>
            </a:r>
          </a:p>
          <a:p>
            <a:pPr lvl="1"/>
            <a:r>
              <a:rPr lang="en-US" sz="1050"/>
              <a:t>Launch </a:t>
            </a:r>
            <a:r>
              <a:rPr lang="en-US" sz="1050" b="1"/>
              <a:t>holiday &amp; winter campaigns</a:t>
            </a:r>
            <a:r>
              <a:rPr lang="en-US" sz="1050"/>
              <a:t> in Q4.</a:t>
            </a:r>
          </a:p>
          <a:p>
            <a:pPr lvl="1"/>
            <a:r>
              <a:rPr lang="en-US" sz="1050"/>
              <a:t>Improve apparel design + inventory management to reduce volatility.</a:t>
            </a:r>
          </a:p>
          <a:p>
            <a:pPr>
              <a:defRPr sz="2000"/>
            </a:pPr>
            <a:endParaRPr sz="9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632677"/>
              </p:ext>
            </p:extLst>
          </p:nvPr>
        </p:nvGraphicFramePr>
        <p:xfrm>
          <a:off x="0" y="731838"/>
          <a:ext cx="5661764" cy="4251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2BBCAD4-761B-0518-1AC6-1D78DA4DA8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9248468"/>
              </p:ext>
            </p:extLst>
          </p:nvPr>
        </p:nvGraphicFramePr>
        <p:xfrm>
          <a:off x="5661763" y="1152395"/>
          <a:ext cx="3369503" cy="3648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t>KBQ4: </a:t>
            </a:r>
            <a:r>
              <a:rPr lang="en-US"/>
              <a:t>Top performing Retail Partners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37" y="4647156"/>
            <a:ext cx="8058150" cy="1936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/>
              <a:t>Insight:</a:t>
            </a:r>
          </a:p>
          <a:p>
            <a:pPr lvl="1"/>
            <a:r>
              <a:rPr lang="en-US" sz="1100"/>
              <a:t>Foot Locker ~177M benchmark.</a:t>
            </a:r>
          </a:p>
          <a:p>
            <a:pPr lvl="1"/>
            <a:r>
              <a:rPr lang="en-US" sz="1100"/>
              <a:t>West Gear and Sports Direct strong.</a:t>
            </a:r>
          </a:p>
          <a:p>
            <a:pPr lvl="1"/>
            <a:r>
              <a:rPr lang="en-US" sz="1100"/>
              <a:t>Walmart lagging.</a:t>
            </a:r>
          </a:p>
          <a:p>
            <a:pPr marL="0" indent="0">
              <a:buNone/>
            </a:pPr>
            <a:r>
              <a:rPr lang="en-US" sz="1100" b="1"/>
              <a:t>Recommendation:</a:t>
            </a:r>
          </a:p>
          <a:p>
            <a:pPr lvl="1"/>
            <a:r>
              <a:rPr lang="en-US" sz="1100"/>
              <a:t>Strengthen Walmart partnership (exclusive lines, bundles).</a:t>
            </a:r>
          </a:p>
          <a:p>
            <a:pPr lvl="1"/>
            <a:r>
              <a:rPr lang="en-US" sz="1100"/>
              <a:t>Deepen partnerships with Foot Locker &amp; West Gear (exclusive drops).</a:t>
            </a:r>
          </a:p>
          <a:p>
            <a:pPr lvl="1"/>
            <a:r>
              <a:rPr lang="en-US" sz="1100"/>
              <a:t>Use Amazon for steady, long-term growth.</a:t>
            </a:r>
          </a:p>
          <a:p>
            <a:pPr lvl="1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US" sz="1100"/>
          </a:p>
          <a:p>
            <a:pPr marL="0" indent="0" algn="l">
              <a:buNone/>
              <a:defRPr sz="2000"/>
            </a:pPr>
            <a:endParaRPr lang="en-US" sz="1100"/>
          </a:p>
          <a:p>
            <a:pPr algn="l">
              <a:defRPr sz="2000"/>
            </a:pPr>
            <a:endParaRPr sz="11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3861D9-2991-CA71-358D-3EE88B44AD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9073348"/>
              </p:ext>
            </p:extLst>
          </p:nvPr>
        </p:nvGraphicFramePr>
        <p:xfrm>
          <a:off x="112735" y="681038"/>
          <a:ext cx="5711867" cy="3851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AA44AE9-5B8D-46AE-F9BD-C943F1037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525907"/>
              </p:ext>
            </p:extLst>
          </p:nvPr>
        </p:nvGraphicFramePr>
        <p:xfrm>
          <a:off x="5649239" y="2057400"/>
          <a:ext cx="3244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KBQ5: </a:t>
            </a:r>
            <a:r>
              <a:rPr lang="en-US"/>
              <a:t>Sales channel with most unit sold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 marL="0" indent="0" algn="l">
              <a:buNone/>
              <a:defRPr sz="2000"/>
            </a:pPr>
            <a:endParaRPr/>
          </a:p>
          <a:p>
            <a:pPr algn="l">
              <a:defRPr sz="2000"/>
            </a:pPr>
            <a:endParaRPr lang="en-US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marL="0" indent="0">
              <a:buNone/>
              <a:defRPr sz="2000"/>
            </a:pPr>
            <a:r>
              <a:rPr b="1"/>
              <a:t>Insight: </a:t>
            </a:r>
            <a:endParaRPr lang="en-US" b="1"/>
          </a:p>
          <a:p>
            <a:pPr lvl="1">
              <a:defRPr sz="2000"/>
            </a:pPr>
            <a:r>
              <a:rPr lang="en-US"/>
              <a:t>In-store sales still higher, but online sales grew post-2020.</a:t>
            </a:r>
          </a:p>
          <a:p>
            <a:pPr marL="0" indent="0">
              <a:buNone/>
            </a:pPr>
            <a:r>
              <a:rPr lang="en-US" b="1"/>
              <a:t>Recommendation</a:t>
            </a:r>
            <a:r>
              <a:rPr lang="en-US"/>
              <a:t>:</a:t>
            </a:r>
          </a:p>
          <a:p>
            <a:pPr lvl="1"/>
            <a:r>
              <a:rPr lang="en-US"/>
              <a:t>Double down on </a:t>
            </a:r>
            <a:r>
              <a:rPr lang="en-US" b="1"/>
              <a:t>e-commerce investments</a:t>
            </a:r>
            <a:r>
              <a:rPr lang="en-US"/>
              <a:t>.</a:t>
            </a:r>
          </a:p>
          <a:p>
            <a:pPr lvl="1"/>
            <a:r>
              <a:rPr lang="en-US"/>
              <a:t>Build </a:t>
            </a:r>
            <a:r>
              <a:rPr lang="en-US" b="1"/>
              <a:t>omnichannel strategy</a:t>
            </a:r>
            <a:r>
              <a:rPr lang="en-US"/>
              <a:t> (buy online, pick up in-store).</a:t>
            </a:r>
          </a:p>
          <a:p>
            <a:pPr lvl="1"/>
            <a:r>
              <a:rPr lang="en-US"/>
              <a:t>Leverage data from online buyers for targeted campaigns.</a:t>
            </a:r>
          </a:p>
          <a:p>
            <a:pPr>
              <a:defRPr sz="2000"/>
            </a:pP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F972B90-064A-B51A-FF4A-336241AECA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051564"/>
              </p:ext>
            </p:extLst>
          </p:nvPr>
        </p:nvGraphicFramePr>
        <p:xfrm>
          <a:off x="181627" y="1600200"/>
          <a:ext cx="4177431" cy="2961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C61F9DA-42E3-D86B-8FE1-5E828F8271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2883413"/>
              </p:ext>
            </p:extLst>
          </p:nvPr>
        </p:nvGraphicFramePr>
        <p:xfrm>
          <a:off x="4359058" y="2057400"/>
          <a:ext cx="478494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0462"/>
          </a:xfrm>
        </p:spPr>
        <p:txBody>
          <a:bodyPr>
            <a:normAutofit fontScale="90000"/>
          </a:bodyPr>
          <a:lstStyle/>
          <a:p>
            <a:r>
              <a:t>KBQ6: </a:t>
            </a:r>
            <a:r>
              <a:rPr lang="en-US"/>
              <a:t>Growth trends by category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12" y="2336801"/>
            <a:ext cx="8365038" cy="3840161"/>
          </a:xfrm>
        </p:spPr>
        <p:txBody>
          <a:bodyPr>
            <a:noAutofit/>
          </a:bodyPr>
          <a:lstStyle/>
          <a:p>
            <a:endParaRPr sz="1100"/>
          </a:p>
          <a:p>
            <a:pPr marL="0" indent="0" algn="l">
              <a:buNone/>
              <a:defRPr sz="2000"/>
            </a:pPr>
            <a:endParaRPr sz="1100"/>
          </a:p>
          <a:p>
            <a:pPr algn="l">
              <a:defRPr sz="2000"/>
            </a:pPr>
            <a:endParaRPr lang="en-US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algn="l">
              <a:defRPr sz="2000"/>
            </a:pPr>
            <a:endParaRPr lang="en-GB" sz="1100"/>
          </a:p>
          <a:p>
            <a:pPr marL="0" indent="0">
              <a:buNone/>
              <a:defRPr sz="2000"/>
            </a:pPr>
            <a:endParaRPr lang="en-US" sz="1100" b="1"/>
          </a:p>
          <a:p>
            <a:pPr marL="0" indent="0">
              <a:buNone/>
              <a:defRPr sz="2000"/>
            </a:pPr>
            <a:r>
              <a:rPr sz="1400" b="1"/>
              <a:t>Insight: </a:t>
            </a:r>
            <a:endParaRPr lang="en-US" sz="1400" b="1"/>
          </a:p>
          <a:p>
            <a:pPr lvl="2">
              <a:defRPr sz="2000"/>
            </a:pPr>
            <a:r>
              <a:rPr lang="en-US" sz="1400"/>
              <a:t>Q2, Q3 shows positive growth across most categories . </a:t>
            </a:r>
          </a:p>
          <a:p>
            <a:pPr lvl="2">
              <a:defRPr sz="2000"/>
            </a:pPr>
            <a:r>
              <a:rPr lang="en-US" sz="1400"/>
              <a:t>Q4 shows decline across all categories.</a:t>
            </a:r>
          </a:p>
          <a:p>
            <a:pPr marL="0" indent="0">
              <a:buNone/>
              <a:defRPr sz="2000"/>
            </a:pPr>
            <a:r>
              <a:rPr lang="en-US" sz="1400" b="1"/>
              <a:t>Recommendation :</a:t>
            </a:r>
          </a:p>
          <a:p>
            <a:pPr lvl="2"/>
            <a:r>
              <a:rPr lang="en-US" sz="1200"/>
              <a:t>Boost Q2/Q3 with campaigns &amp; stock readiness.</a:t>
            </a:r>
          </a:p>
          <a:p>
            <a:pPr lvl="2"/>
            <a:r>
              <a:rPr lang="en-US" sz="1200"/>
              <a:t>Counter Q4 dip with holiday promotions.</a:t>
            </a:r>
          </a:p>
          <a:p>
            <a:pPr lvl="2"/>
            <a:r>
              <a:rPr lang="en-US" sz="1200"/>
              <a:t>Improve forecasting to stabilize apparel.</a:t>
            </a:r>
          </a:p>
          <a:p>
            <a:pPr>
              <a:defRPr sz="2000"/>
            </a:pPr>
            <a:endParaRPr sz="11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0FD7A8D-4D38-6E97-E491-85DD246E30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370659"/>
              </p:ext>
            </p:extLst>
          </p:nvPr>
        </p:nvGraphicFramePr>
        <p:xfrm>
          <a:off x="288100" y="765588"/>
          <a:ext cx="8705588" cy="3840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99118" cy="639762"/>
          </a:xfrm>
        </p:spPr>
        <p:txBody>
          <a:bodyPr>
            <a:normAutofit/>
          </a:bodyPr>
          <a:lstStyle/>
          <a:p>
            <a:r>
              <a:t>KBQ7: </a:t>
            </a:r>
            <a:r>
              <a:rPr lang="en-GB"/>
              <a:t>Retail Performance vs Benchmark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pPr marL="0" indent="0" algn="l">
              <a:buNone/>
              <a:defRPr sz="2000"/>
            </a:pPr>
            <a:endParaRPr/>
          </a:p>
          <a:p>
            <a:pPr algn="l">
              <a:defRPr sz="2000"/>
            </a:pPr>
            <a:endParaRPr lang="en-US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r>
              <a:rPr lang="en-US" b="1"/>
              <a:t>Insight</a:t>
            </a:r>
            <a:r>
              <a:rPr b="1"/>
              <a:t>:</a:t>
            </a:r>
            <a:endParaRPr lang="en-US" b="1"/>
          </a:p>
          <a:p>
            <a:pPr>
              <a:defRPr sz="2000"/>
            </a:pPr>
            <a:r>
              <a:rPr lang="en-US"/>
              <a:t>Foot Locker sets the benchmark at ~$177M.</a:t>
            </a:r>
          </a:p>
          <a:p>
            <a:pPr>
              <a:defRPr sz="2000"/>
            </a:pPr>
            <a:r>
              <a:rPr lang="en-US"/>
              <a:t>Sports Direct and West Gear performed close to benchmark</a:t>
            </a:r>
          </a:p>
          <a:p>
            <a:pPr>
              <a:defRPr sz="2000"/>
            </a:pPr>
            <a:r>
              <a:rPr lang="en-US"/>
              <a:t>Walmart lags significantly, needing strategic focus.</a:t>
            </a:r>
            <a:r>
              <a:t> </a:t>
            </a:r>
            <a:endParaRPr lang="en-US"/>
          </a:p>
          <a:p>
            <a:pPr marL="0" indent="0">
              <a:buNone/>
              <a:defRPr sz="2000"/>
            </a:pPr>
            <a:r>
              <a:rPr lang="en-US" b="1"/>
              <a:t>Recommendation</a:t>
            </a:r>
            <a:r>
              <a:rPr lang="en-US"/>
              <a:t>: </a:t>
            </a:r>
          </a:p>
          <a:p>
            <a:pPr>
              <a:defRPr sz="2000"/>
            </a:pPr>
            <a:r>
              <a:rPr lang="en-US"/>
              <a:t>Use KPIs from top performers as a </a:t>
            </a:r>
            <a:r>
              <a:rPr lang="en-US" b="1"/>
              <a:t>playbook</a:t>
            </a:r>
            <a:r>
              <a:rPr lang="en-US"/>
              <a:t> for weaker markets (e.g., pricing, promotions, assortments).</a:t>
            </a:r>
          </a:p>
          <a:p>
            <a:pPr>
              <a:defRPr sz="2000"/>
            </a:pP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280A078-5D93-13BB-FCA4-40AB5E44FE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3923202"/>
              </p:ext>
            </p:extLst>
          </p:nvPr>
        </p:nvGraphicFramePr>
        <p:xfrm>
          <a:off x="1" y="914401"/>
          <a:ext cx="4972832" cy="295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B2FAE3-7490-278F-8FAD-15CF39DDC0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32058"/>
              </p:ext>
            </p:extLst>
          </p:nvPr>
        </p:nvGraphicFramePr>
        <p:xfrm>
          <a:off x="4885150" y="2057400"/>
          <a:ext cx="437158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22" y="274638"/>
            <a:ext cx="8436278" cy="457199"/>
          </a:xfrm>
        </p:spPr>
        <p:txBody>
          <a:bodyPr>
            <a:normAutofit fontScale="90000"/>
          </a:bodyPr>
          <a:lstStyle/>
          <a:p>
            <a:r>
              <a:t>KBQ8: </a:t>
            </a:r>
            <a:r>
              <a:rPr lang="en-US"/>
              <a:t>Product performance across regions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67211"/>
            <a:ext cx="7886700" cy="3909752"/>
          </a:xfrm>
        </p:spPr>
        <p:txBody>
          <a:bodyPr>
            <a:normAutofit fontScale="55000" lnSpcReduction="20000"/>
          </a:bodyPr>
          <a:lstStyle/>
          <a:p>
            <a:endParaRPr/>
          </a:p>
          <a:p>
            <a:pPr marL="0" indent="0" algn="l">
              <a:buNone/>
              <a:defRPr sz="2000"/>
            </a:pPr>
            <a:endParaRPr/>
          </a:p>
          <a:p>
            <a:pPr algn="l">
              <a:defRPr sz="2000"/>
            </a:pPr>
            <a:endParaRPr lang="en-US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algn="l">
              <a:defRPr sz="2000"/>
            </a:pPr>
            <a:endParaRPr lang="en-GB"/>
          </a:p>
          <a:p>
            <a:pPr marL="0" indent="0" algn="l">
              <a:buNone/>
              <a:defRPr sz="2000"/>
            </a:pPr>
            <a:r>
              <a:rPr b="1"/>
              <a:t>Insight: </a:t>
            </a:r>
            <a:endParaRPr lang="en-US" b="1"/>
          </a:p>
          <a:p>
            <a:pPr lvl="1">
              <a:defRPr sz="2000"/>
            </a:pPr>
            <a:r>
              <a:rPr lang="en-US" sz="1900"/>
              <a:t>Men's street footwear sells most across the Regions except for South where Women's Apparel sells most. </a:t>
            </a:r>
          </a:p>
          <a:p>
            <a:pPr lvl="1">
              <a:defRPr sz="2000"/>
            </a:pPr>
            <a:r>
              <a:rPr lang="en-US" sz="1900"/>
              <a:t>Women's Athletic footwear sells least across all the Regions </a:t>
            </a:r>
          </a:p>
          <a:p>
            <a:pPr lvl="1">
              <a:defRPr sz="2000"/>
            </a:pPr>
            <a:r>
              <a:rPr lang="en-US" sz="1900"/>
              <a:t> There is moderate sales in Women's Apparel across the Regions accept in south, where there was higher sales as compared to the other products. </a:t>
            </a:r>
          </a:p>
          <a:p>
            <a:pPr marL="0" indent="0">
              <a:buNone/>
            </a:pPr>
            <a:r>
              <a:rPr lang="en-US" b="1"/>
              <a:t>Recommendations</a:t>
            </a:r>
            <a:endParaRPr lang="en-US"/>
          </a:p>
          <a:p>
            <a:pPr lvl="1"/>
            <a:r>
              <a:rPr lang="en-US"/>
              <a:t>Focus on </a:t>
            </a:r>
            <a:r>
              <a:rPr lang="en-US" b="1"/>
              <a:t>Men’s Street Footwear</a:t>
            </a:r>
            <a:r>
              <a:rPr lang="en-US"/>
              <a:t> to maximize revenue.</a:t>
            </a:r>
          </a:p>
          <a:p>
            <a:pPr lvl="1"/>
            <a:r>
              <a:rPr lang="en-US"/>
              <a:t>Boost </a:t>
            </a:r>
            <a:r>
              <a:rPr lang="en-US" b="1"/>
              <a:t>Women’s Apparel</a:t>
            </a:r>
            <a:r>
              <a:rPr lang="en-US"/>
              <a:t> sales with targeted campaigns.</a:t>
            </a:r>
          </a:p>
          <a:p>
            <a:pPr lvl="1"/>
            <a:r>
              <a:rPr lang="en-US"/>
              <a:t>Improve </a:t>
            </a:r>
            <a:r>
              <a:rPr lang="en-US" b="1"/>
              <a:t>Women’s Athletic Footwear</a:t>
            </a:r>
            <a:r>
              <a:rPr lang="en-US"/>
              <a:t> through redesign &amp; promotion.</a:t>
            </a:r>
          </a:p>
          <a:p>
            <a:pPr lvl="1">
              <a:defRPr sz="2000"/>
            </a:pPr>
            <a:endParaRPr lang="en-US"/>
          </a:p>
          <a:p>
            <a:pPr>
              <a:defRPr sz="2000"/>
            </a:pP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48DB23F-5596-97A2-F3BB-6ECCA8B3F4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3404348"/>
              </p:ext>
            </p:extLst>
          </p:nvPr>
        </p:nvGraphicFramePr>
        <p:xfrm>
          <a:off x="250522" y="1027134"/>
          <a:ext cx="8630432" cy="336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0208"/>
            <a:ext cx="7886700" cy="551145"/>
          </a:xfrm>
        </p:spPr>
        <p:txBody>
          <a:bodyPr>
            <a:normAutofit/>
          </a:bodyPr>
          <a:lstStyle/>
          <a:p>
            <a:r>
              <a:rPr lang="en-GB"/>
              <a:t>Conclusion &amp; Recommendations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FC6F5D6-7368-53EF-7754-9F4CC785E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971093"/>
              </p:ext>
            </p:extLst>
          </p:nvPr>
        </p:nvGraphicFramePr>
        <p:xfrm>
          <a:off x="340552" y="757825"/>
          <a:ext cx="8803448" cy="6100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F8865-4A5D-6841-1F8F-85C3B5B06018}"/>
              </a:ext>
            </a:extLst>
          </p:cNvPr>
          <p:cNvSpPr txBox="1"/>
          <p:nvPr/>
        </p:nvSpPr>
        <p:spPr>
          <a:xfrm>
            <a:off x="1894562" y="2767994"/>
            <a:ext cx="50793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Any Question ?</a:t>
            </a:r>
          </a:p>
        </p:txBody>
      </p:sp>
    </p:spTree>
    <p:extLst>
      <p:ext uri="{BB962C8B-B14F-4D97-AF65-F5344CB8AC3E}">
        <p14:creationId xmlns:p14="http://schemas.microsoft.com/office/powerpoint/2010/main" val="358539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739</Words>
  <Application>Microsoft Office PowerPoint</Application>
  <PresentationFormat>On-screen Show (4:3)</PresentationFormat>
  <Paragraphs>190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Adidas Sales Data Analysis BeTechified Capstone Project  September Cohort  </vt:lpstr>
      <vt:lpstr>PowerPoint Presentation</vt:lpstr>
      <vt:lpstr>PowerPoint Presentation</vt:lpstr>
      <vt:lpstr>KBQ1:  Top performing Adidas Product</vt:lpstr>
      <vt:lpstr>KBQ2: West Region Leads Sales and Profit Growth</vt:lpstr>
      <vt:lpstr>KBQ3: Sales Trend Analysis</vt:lpstr>
      <vt:lpstr>KBQ4: Top performing Retail Partners</vt:lpstr>
      <vt:lpstr>KBQ5: Sales channel with most unit sold</vt:lpstr>
      <vt:lpstr>KBQ6: Growth trends by category</vt:lpstr>
      <vt:lpstr>KBQ7: Retail Performance vs Benchmark</vt:lpstr>
      <vt:lpstr>KBQ8: Product performance across regions</vt:lpstr>
      <vt:lpstr>Conclusion &amp; 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Margaret Okungbowa</dc:creator>
  <cp:keywords/>
  <dc:description>generated using python-pptx</dc:description>
  <cp:lastModifiedBy>Margaret Okungbowa</cp:lastModifiedBy>
  <cp:revision>3</cp:revision>
  <dcterms:created xsi:type="dcterms:W3CDTF">2013-01-27T09:14:16Z</dcterms:created>
  <dcterms:modified xsi:type="dcterms:W3CDTF">2025-11-02T18:37:49Z</dcterms:modified>
  <cp:category/>
</cp:coreProperties>
</file>